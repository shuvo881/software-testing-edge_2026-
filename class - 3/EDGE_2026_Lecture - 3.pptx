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60" r:id="rId4"/>
  </p:sldMasterIdLst>
  <p:notesMasterIdLst>
    <p:notesMasterId r:id="rId15"/>
  </p:notesMasterIdLst>
  <p:handoutMasterIdLst>
    <p:handoutMasterId r:id="rId16"/>
  </p:handoutMasterIdLst>
  <p:sldIdLst>
    <p:sldId id="256" r:id="rId5"/>
    <p:sldId id="282" r:id="rId6"/>
    <p:sldId id="257" r:id="rId7"/>
    <p:sldId id="258" r:id="rId8"/>
    <p:sldId id="284" r:id="rId9"/>
    <p:sldId id="259" r:id="rId10"/>
    <p:sldId id="283" r:id="rId11"/>
    <p:sldId id="260" r:id="rId12"/>
    <p:sldId id="270" r:id="rId13"/>
    <p:sldId id="281" r:id="rId14"/>
  </p:sldIdLst>
  <p:sldSz cx="12192000" cy="6858000"/>
  <p:notesSz cx="9144000" cy="6858000"/>
  <p:kinsoku lang="zh-CN" invalStChars="!%),.:;?]}¨·ˇˉ་―‖’”…‰∶、。〃々〉》」』】〕〗！＂＇％），．：；？］｀｜｝～￠" invalEndChars="([{·‘“〈《「『【〔〖（．［｛￡￥"/>
  <p:defaultTextStyle>
    <a:defPPr>
      <a:defRPr lang="zh-CN"/>
    </a:defPPr>
    <a:lvl1pPr algn="l" defTabSz="914400" fontAlgn="auto" hangingPunct="1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 charset="0"/>
        <a:ea typeface="Arial" charset="0"/>
        <a:cs typeface="Arial" charset="0"/>
      </a:defRPr>
    </a:lvl1pPr>
    <a:lvl2pPr algn="l" defTabSz="914400" fontAlgn="auto" hangingPunct="1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 charset="0"/>
        <a:ea typeface="Arial" charset="0"/>
        <a:cs typeface="Arial" charset="0"/>
      </a:defRPr>
    </a:lvl2pPr>
    <a:lvl3pPr algn="l" defTabSz="914400" fontAlgn="auto" hangingPunct="1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 charset="0"/>
        <a:ea typeface="Arial" charset="0"/>
        <a:cs typeface="Arial" charset="0"/>
      </a:defRPr>
    </a:lvl3pPr>
    <a:lvl4pPr algn="l" defTabSz="914400" fontAlgn="auto" hangingPunct="1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 charset="0"/>
        <a:ea typeface="Arial" charset="0"/>
        <a:cs typeface="Arial" charset="0"/>
      </a:defRPr>
    </a:lvl4pPr>
    <a:lvl5pPr algn="l" defTabSz="914400" fontAlgn="auto" hangingPunct="1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 charset="0"/>
        <a:ea typeface="Arial" charset="0"/>
        <a:cs typeface="Arial" charset="0"/>
      </a:defRPr>
    </a:lvl5pPr>
    <a:lvl6pPr algn="l" defTabSz="914400" fontAlgn="auto" hangingPunct="1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 charset="0"/>
        <a:ea typeface="Arial" charset="0"/>
        <a:cs typeface="Arial" charset="0"/>
      </a:defRPr>
    </a:lvl6pPr>
    <a:lvl7pPr algn="l" defTabSz="914400" fontAlgn="auto" hangingPunct="1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 charset="0"/>
        <a:ea typeface="Arial" charset="0"/>
        <a:cs typeface="Arial" charset="0"/>
      </a:defRPr>
    </a:lvl7pPr>
    <a:lvl8pPr algn="l" defTabSz="914400" fontAlgn="auto" hangingPunct="1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 charset="0"/>
        <a:ea typeface="Arial" charset="0"/>
        <a:cs typeface="Arial" charset="0"/>
      </a:defRPr>
    </a:lvl8pPr>
    <a:lvl9pPr algn="l" defTabSz="914400" fontAlgn="auto" hangingPunct="1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 charset="0"/>
        <a:ea typeface="Arial" charset="0"/>
        <a:cs typeface="Arial" charset="0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2EF0048-0589-7EFE-79F3-DDEDCD5CC2F6}" v="354" dt="2026-05-03T18:56:47.902"/>
    <p1510:client id="{D4AD6D34-550B-AE94-1998-3C1B178D7F57}" v="148" dt="2026-05-05T15:22:54.84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microsoft.com/office/2015/10/relationships/revisionInfo" Target="revisionInfo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diagrams/_rels/data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svg"/><Relationship Id="rId1" Type="http://schemas.openxmlformats.org/officeDocument/2006/relationships/image" Target="../media/image19.svg"/></Relationships>
</file>

<file path=ppt/diagrams/_rels/drawing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svg"/><Relationship Id="rId1" Type="http://schemas.openxmlformats.org/officeDocument/2006/relationships/image" Target="../media/image19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1CB4E3A-62AB-47AB-B20B-D859638A63D5}" type="doc">
      <dgm:prSet loTypeId="urn:microsoft.com/office/officeart/2018/5/layout/IconLeaf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C34C5B9F-75B1-4FE0-945D-A340F2C560AC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b="0" i="0">
              <a:latin typeface="Arial"/>
              <a:cs typeface="Arial"/>
            </a:rPr>
            <a:t>Md. Golam </a:t>
          </a:r>
          <a:r>
            <a:rPr lang="en-US" b="0" i="0" err="1">
              <a:latin typeface="Arial"/>
              <a:cs typeface="Arial"/>
            </a:rPr>
            <a:t>Mostofa</a:t>
          </a:r>
          <a:endParaRPr lang="en-US">
            <a:latin typeface="Arial"/>
            <a:cs typeface="Arial"/>
          </a:endParaRPr>
        </a:p>
      </dgm:t>
    </dgm:pt>
    <dgm:pt modelId="{E287CCD7-21BC-4BF5-890C-89A1712065F4}" type="parTrans" cxnId="{BC3DF74D-5B4E-4CCB-A6DB-5BF48112732A}">
      <dgm:prSet/>
      <dgm:spPr/>
      <dgm:t>
        <a:bodyPr/>
        <a:lstStyle/>
        <a:p>
          <a:endParaRPr lang="en-US"/>
        </a:p>
      </dgm:t>
    </dgm:pt>
    <dgm:pt modelId="{80B600AD-880D-46F0-BADE-FCF208A5E615}" type="sibTrans" cxnId="{BC3DF74D-5B4E-4CCB-A6DB-5BF48112732A}">
      <dgm:prSet/>
      <dgm:spPr/>
      <dgm:t>
        <a:bodyPr/>
        <a:lstStyle/>
        <a:p>
          <a:endParaRPr lang="en-US"/>
        </a:p>
      </dgm:t>
    </dgm:pt>
    <dgm:pt modelId="{29780693-460C-4711-AB25-345984E1997A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b="0" i="0" cap="none"/>
            <a:t>golam.mostofa@bizzntek.com</a:t>
          </a:r>
          <a:endParaRPr lang="en-US" cap="none"/>
        </a:p>
      </dgm:t>
    </dgm:pt>
    <dgm:pt modelId="{D6507A44-C958-4E78-875F-AEB81F4CCBB0}" type="parTrans" cxnId="{813304BA-7F23-404A-951C-40EAB56ABAD3}">
      <dgm:prSet/>
      <dgm:spPr/>
      <dgm:t>
        <a:bodyPr/>
        <a:lstStyle/>
        <a:p>
          <a:endParaRPr lang="en-US"/>
        </a:p>
      </dgm:t>
    </dgm:pt>
    <dgm:pt modelId="{6A2BE5BA-A623-456A-8804-388AAB892599}" type="sibTrans" cxnId="{813304BA-7F23-404A-951C-40EAB56ABAD3}">
      <dgm:prSet/>
      <dgm:spPr/>
      <dgm:t>
        <a:bodyPr/>
        <a:lstStyle/>
        <a:p>
          <a:endParaRPr lang="en-US"/>
        </a:p>
      </dgm:t>
    </dgm:pt>
    <dgm:pt modelId="{6A224A11-3F19-4EF8-BB40-B20015FE2037}" type="pres">
      <dgm:prSet presAssocID="{71CB4E3A-62AB-47AB-B20B-D859638A63D5}" presName="root" presStyleCnt="0">
        <dgm:presLayoutVars>
          <dgm:dir/>
          <dgm:resizeHandles val="exact"/>
        </dgm:presLayoutVars>
      </dgm:prSet>
      <dgm:spPr/>
    </dgm:pt>
    <dgm:pt modelId="{B44094F6-0140-460D-AABE-E4F39168016D}" type="pres">
      <dgm:prSet presAssocID="{C34C5B9F-75B1-4FE0-945D-A340F2C560AC}" presName="compNode" presStyleCnt="0"/>
      <dgm:spPr/>
    </dgm:pt>
    <dgm:pt modelId="{7E3D7DBC-AE01-4F56-BA02-08F174EA30D5}" type="pres">
      <dgm:prSet presAssocID="{C34C5B9F-75B1-4FE0-945D-A340F2C560AC}" presName="iconBgRect" presStyleLbl="bgShp" presStyleIdx="0" presStyleCnt="2"/>
      <dgm:spPr>
        <a:prstGeom prst="round2DiagRect">
          <a:avLst>
            <a:gd name="adj1" fmla="val 29727"/>
            <a:gd name="adj2" fmla="val 0"/>
          </a:avLst>
        </a:prstGeom>
      </dgm:spPr>
    </dgm:pt>
    <dgm:pt modelId="{CB9CAAD2-8EB4-44F9-9703-A3021467F4F5}" type="pres">
      <dgm:prSet presAssocID="{C34C5B9F-75B1-4FE0-945D-A340F2C560AC}" presName="iconRect" presStyleLbl="node1" presStyleIdx="0" presStyleCnt="2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</dgm:pt>
    <dgm:pt modelId="{D43D5112-3EE7-46CF-A020-32F2ED542861}" type="pres">
      <dgm:prSet presAssocID="{C34C5B9F-75B1-4FE0-945D-A340F2C560AC}" presName="spaceRect" presStyleCnt="0"/>
      <dgm:spPr/>
    </dgm:pt>
    <dgm:pt modelId="{43E16532-A1A6-4909-8439-A51889B6B6C8}" type="pres">
      <dgm:prSet presAssocID="{C34C5B9F-75B1-4FE0-945D-A340F2C560AC}" presName="textRect" presStyleLbl="revTx" presStyleIdx="0" presStyleCnt="2">
        <dgm:presLayoutVars>
          <dgm:chMax val="1"/>
          <dgm:chPref val="1"/>
        </dgm:presLayoutVars>
      </dgm:prSet>
      <dgm:spPr/>
    </dgm:pt>
    <dgm:pt modelId="{F008E458-E638-46C1-832E-6505CA4BA4C9}" type="pres">
      <dgm:prSet presAssocID="{80B600AD-880D-46F0-BADE-FCF208A5E615}" presName="sibTrans" presStyleCnt="0"/>
      <dgm:spPr/>
    </dgm:pt>
    <dgm:pt modelId="{45879739-AF6D-4E84-A821-5040EDA923D1}" type="pres">
      <dgm:prSet presAssocID="{29780693-460C-4711-AB25-345984E1997A}" presName="compNode" presStyleCnt="0"/>
      <dgm:spPr/>
    </dgm:pt>
    <dgm:pt modelId="{53A473AA-2D47-4001-88EC-BBC7E7523C58}" type="pres">
      <dgm:prSet presAssocID="{29780693-460C-4711-AB25-345984E1997A}" presName="iconBgRect" presStyleLbl="bgShp" presStyleIdx="1" presStyleCnt="2"/>
      <dgm:spPr>
        <a:prstGeom prst="round2DiagRect">
          <a:avLst>
            <a:gd name="adj1" fmla="val 29727"/>
            <a:gd name="adj2" fmla="val 0"/>
          </a:avLst>
        </a:prstGeom>
      </dgm:spPr>
    </dgm:pt>
    <dgm:pt modelId="{C19002C0-3907-4944-A085-0062B2B4063A}" type="pres">
      <dgm:prSet presAssocID="{29780693-460C-4711-AB25-345984E1997A}" presName="iconRect" presStyleLbl="node1" presStyleIdx="1" presStyleCnt="2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Email"/>
        </a:ext>
      </dgm:extLst>
    </dgm:pt>
    <dgm:pt modelId="{146EED30-1B26-484D-B67A-18D247CAB26C}" type="pres">
      <dgm:prSet presAssocID="{29780693-460C-4711-AB25-345984E1997A}" presName="spaceRect" presStyleCnt="0"/>
      <dgm:spPr/>
    </dgm:pt>
    <dgm:pt modelId="{1AF53B96-4F0A-4B87-96A2-FCFF3DBD857B}" type="pres">
      <dgm:prSet presAssocID="{29780693-460C-4711-AB25-345984E1997A}" presName="textRect" presStyleLbl="revTx" presStyleIdx="1" presStyleCnt="2">
        <dgm:presLayoutVars>
          <dgm:chMax val="1"/>
          <dgm:chPref val="1"/>
        </dgm:presLayoutVars>
      </dgm:prSet>
      <dgm:spPr/>
    </dgm:pt>
  </dgm:ptLst>
  <dgm:cxnLst>
    <dgm:cxn modelId="{92DC1713-DFD1-4CB8-B9C7-64C25CD6EE56}" type="presOf" srcId="{71CB4E3A-62AB-47AB-B20B-D859638A63D5}" destId="{6A224A11-3F19-4EF8-BB40-B20015FE2037}" srcOrd="0" destOrd="0" presId="urn:microsoft.com/office/officeart/2018/5/layout/IconLeafLabelList"/>
    <dgm:cxn modelId="{824D683E-B930-4D0E-AE6F-FCE499697379}" type="presOf" srcId="{C34C5B9F-75B1-4FE0-945D-A340F2C560AC}" destId="{43E16532-A1A6-4909-8439-A51889B6B6C8}" srcOrd="0" destOrd="0" presId="urn:microsoft.com/office/officeart/2018/5/layout/IconLeafLabelList"/>
    <dgm:cxn modelId="{BC3DF74D-5B4E-4CCB-A6DB-5BF48112732A}" srcId="{71CB4E3A-62AB-47AB-B20B-D859638A63D5}" destId="{C34C5B9F-75B1-4FE0-945D-A340F2C560AC}" srcOrd="0" destOrd="0" parTransId="{E287CCD7-21BC-4BF5-890C-89A1712065F4}" sibTransId="{80B600AD-880D-46F0-BADE-FCF208A5E615}"/>
    <dgm:cxn modelId="{813304BA-7F23-404A-951C-40EAB56ABAD3}" srcId="{71CB4E3A-62AB-47AB-B20B-D859638A63D5}" destId="{29780693-460C-4711-AB25-345984E1997A}" srcOrd="1" destOrd="0" parTransId="{D6507A44-C958-4E78-875F-AEB81F4CCBB0}" sibTransId="{6A2BE5BA-A623-456A-8804-388AAB892599}"/>
    <dgm:cxn modelId="{7894E7BE-F1A2-459F-BC5B-D849874748F6}" type="presOf" srcId="{29780693-460C-4711-AB25-345984E1997A}" destId="{1AF53B96-4F0A-4B87-96A2-FCFF3DBD857B}" srcOrd="0" destOrd="0" presId="urn:microsoft.com/office/officeart/2018/5/layout/IconLeafLabelList"/>
    <dgm:cxn modelId="{354D9379-EDFA-432A-A362-3888E71AD8BC}" type="presParOf" srcId="{6A224A11-3F19-4EF8-BB40-B20015FE2037}" destId="{B44094F6-0140-460D-AABE-E4F39168016D}" srcOrd="0" destOrd="0" presId="urn:microsoft.com/office/officeart/2018/5/layout/IconLeafLabelList"/>
    <dgm:cxn modelId="{F2BD6D16-4BC5-4F26-BC6C-4099E6162490}" type="presParOf" srcId="{B44094F6-0140-460D-AABE-E4F39168016D}" destId="{7E3D7DBC-AE01-4F56-BA02-08F174EA30D5}" srcOrd="0" destOrd="0" presId="urn:microsoft.com/office/officeart/2018/5/layout/IconLeafLabelList"/>
    <dgm:cxn modelId="{3AB18AEE-AFCF-4D8A-A853-36062C847F32}" type="presParOf" srcId="{B44094F6-0140-460D-AABE-E4F39168016D}" destId="{CB9CAAD2-8EB4-44F9-9703-A3021467F4F5}" srcOrd="1" destOrd="0" presId="urn:microsoft.com/office/officeart/2018/5/layout/IconLeafLabelList"/>
    <dgm:cxn modelId="{1FFEE408-341A-49CA-BABE-AD833860443B}" type="presParOf" srcId="{B44094F6-0140-460D-AABE-E4F39168016D}" destId="{D43D5112-3EE7-46CF-A020-32F2ED542861}" srcOrd="2" destOrd="0" presId="urn:microsoft.com/office/officeart/2018/5/layout/IconLeafLabelList"/>
    <dgm:cxn modelId="{EE7AB2C9-8DD1-4EC1-9FE8-34A4FE1DD4FC}" type="presParOf" srcId="{B44094F6-0140-460D-AABE-E4F39168016D}" destId="{43E16532-A1A6-4909-8439-A51889B6B6C8}" srcOrd="3" destOrd="0" presId="urn:microsoft.com/office/officeart/2018/5/layout/IconLeafLabelList"/>
    <dgm:cxn modelId="{A6FB0B3A-B75A-4406-AFC2-247EA1C76743}" type="presParOf" srcId="{6A224A11-3F19-4EF8-BB40-B20015FE2037}" destId="{F008E458-E638-46C1-832E-6505CA4BA4C9}" srcOrd="1" destOrd="0" presId="urn:microsoft.com/office/officeart/2018/5/layout/IconLeafLabelList"/>
    <dgm:cxn modelId="{6978E7F9-AD9B-44DC-A4F4-128878F92D64}" type="presParOf" srcId="{6A224A11-3F19-4EF8-BB40-B20015FE2037}" destId="{45879739-AF6D-4E84-A821-5040EDA923D1}" srcOrd="2" destOrd="0" presId="urn:microsoft.com/office/officeart/2018/5/layout/IconLeafLabelList"/>
    <dgm:cxn modelId="{FF1F593F-CBC1-4CE2-9D01-34CFFBF6A889}" type="presParOf" srcId="{45879739-AF6D-4E84-A821-5040EDA923D1}" destId="{53A473AA-2D47-4001-88EC-BBC7E7523C58}" srcOrd="0" destOrd="0" presId="urn:microsoft.com/office/officeart/2018/5/layout/IconLeafLabelList"/>
    <dgm:cxn modelId="{160FFA6F-58C7-4BC6-BC6E-97E1EEA69D24}" type="presParOf" srcId="{45879739-AF6D-4E84-A821-5040EDA923D1}" destId="{C19002C0-3907-4944-A085-0062B2B4063A}" srcOrd="1" destOrd="0" presId="urn:microsoft.com/office/officeart/2018/5/layout/IconLeafLabelList"/>
    <dgm:cxn modelId="{F2C20CFB-E343-4762-97D1-F844D05116F5}" type="presParOf" srcId="{45879739-AF6D-4E84-A821-5040EDA923D1}" destId="{146EED30-1B26-484D-B67A-18D247CAB26C}" srcOrd="2" destOrd="0" presId="urn:microsoft.com/office/officeart/2018/5/layout/IconLeafLabelList"/>
    <dgm:cxn modelId="{AC42820C-C8A9-4A56-870E-9A795931D459}" type="presParOf" srcId="{45879739-AF6D-4E84-A821-5040EDA923D1}" destId="{1AF53B96-4F0A-4B87-96A2-FCFF3DBD857B}" srcOrd="3" destOrd="0" presId="urn:microsoft.com/office/officeart/2018/5/layout/IconLeaf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E3D7DBC-AE01-4F56-BA02-08F174EA30D5}">
      <dsp:nvSpPr>
        <dsp:cNvPr id="0" name=""/>
        <dsp:cNvSpPr/>
      </dsp:nvSpPr>
      <dsp:spPr>
        <a:xfrm>
          <a:off x="2049948" y="313885"/>
          <a:ext cx="2196000" cy="2196000"/>
        </a:xfrm>
        <a:prstGeom prst="round2DiagRect">
          <a:avLst>
            <a:gd name="adj1" fmla="val 29727"/>
            <a:gd name="adj2" fmla="val 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B9CAAD2-8EB4-44F9-9703-A3021467F4F5}">
      <dsp:nvSpPr>
        <dsp:cNvPr id="0" name=""/>
        <dsp:cNvSpPr/>
      </dsp:nvSpPr>
      <dsp:spPr>
        <a:xfrm>
          <a:off x="2517948" y="781885"/>
          <a:ext cx="1260000" cy="1260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3E16532-A1A6-4909-8439-A51889B6B6C8}">
      <dsp:nvSpPr>
        <dsp:cNvPr id="0" name=""/>
        <dsp:cNvSpPr/>
      </dsp:nvSpPr>
      <dsp:spPr>
        <a:xfrm>
          <a:off x="1347948" y="3193885"/>
          <a:ext cx="36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9334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100" b="0" i="0" kern="1200">
              <a:latin typeface="Arial"/>
              <a:cs typeface="Arial"/>
            </a:rPr>
            <a:t>Md. Golam </a:t>
          </a:r>
          <a:r>
            <a:rPr lang="en-US" sz="2100" b="0" i="0" kern="1200" err="1">
              <a:latin typeface="Arial"/>
              <a:cs typeface="Arial"/>
            </a:rPr>
            <a:t>Mostofa</a:t>
          </a:r>
          <a:endParaRPr lang="en-US" sz="2100" kern="1200">
            <a:latin typeface="Arial"/>
            <a:cs typeface="Arial"/>
          </a:endParaRPr>
        </a:p>
      </dsp:txBody>
      <dsp:txXfrm>
        <a:off x="1347948" y="3193885"/>
        <a:ext cx="3600000" cy="720000"/>
      </dsp:txXfrm>
    </dsp:sp>
    <dsp:sp modelId="{53A473AA-2D47-4001-88EC-BBC7E7523C58}">
      <dsp:nvSpPr>
        <dsp:cNvPr id="0" name=""/>
        <dsp:cNvSpPr/>
      </dsp:nvSpPr>
      <dsp:spPr>
        <a:xfrm>
          <a:off x="6279948" y="313885"/>
          <a:ext cx="2196000" cy="2196000"/>
        </a:xfrm>
        <a:prstGeom prst="round2DiagRect">
          <a:avLst>
            <a:gd name="adj1" fmla="val 29727"/>
            <a:gd name="adj2" fmla="val 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19002C0-3907-4944-A085-0062B2B4063A}">
      <dsp:nvSpPr>
        <dsp:cNvPr id="0" name=""/>
        <dsp:cNvSpPr/>
      </dsp:nvSpPr>
      <dsp:spPr>
        <a:xfrm>
          <a:off x="6747948" y="781885"/>
          <a:ext cx="1260000" cy="1260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AF53B96-4F0A-4B87-96A2-FCFF3DBD857B}">
      <dsp:nvSpPr>
        <dsp:cNvPr id="0" name=""/>
        <dsp:cNvSpPr/>
      </dsp:nvSpPr>
      <dsp:spPr>
        <a:xfrm>
          <a:off x="5577948" y="3193885"/>
          <a:ext cx="36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9334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100" b="0" i="0" kern="1200" cap="none"/>
            <a:t>golam.mostofa@bizzntek.com</a:t>
          </a:r>
          <a:endParaRPr lang="en-US" sz="2100" kern="1200" cap="none"/>
        </a:p>
      </dsp:txBody>
      <dsp:txXfrm>
        <a:off x="5577948" y="3193885"/>
        <a:ext cx="3600000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IconLeafLabelList">
  <dgm:title val="Icon Leaf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round2DiagRect" r:blip="">
            <dgm:adjLst/>
            <dgm:extLst>
              <a:ext uri="{B698B0E9-8C71-41B9-8309-B3DCBF30829C}">
                <dgm1612:spPr xmlns:dgm1612="http://schemas.microsoft.com/office/drawing/2016/12/diagram">
                  <a:prstGeom prst="round2DiagRect">
                    <a:avLst>
                      <a:gd name="adj1" fmla="val 29727"/>
                      <a:gd name="adj2" fmla="val 0"/>
                    </a:avLst>
                  </a:prstGeom>
                </dgm1612:spPr>
              </a:ext>
            </dgm:ext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box"/>
          <p:cNvSpPr>
            <a:spLocks noGrp="1"/>
          </p:cNvSpPr>
          <p:nvPr>
            <p:ph type="hdr"/>
          </p:nvPr>
        </p:nvSpPr>
        <p:spPr>
          <a:xfrm>
            <a:off x="0" y="1"/>
            <a:ext cx="5349239" cy="367030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  <p:txBody>
          <a:bodyPr vert="horz" wrap="square" lIns="96661" tIns="48331" rIns="96661" bIns="48331" anchor="t" anchorCtr="0">
            <a:prstTxWarp prst="textNoShape">
              <a:avLst/>
            </a:prstTxWarp>
          </a:bodyPr>
          <a:lstStyle/>
          <a:p>
            <a:pPr algn="l"/>
            <a:endParaRPr lang="zh-CN" altLang="en-US" sz="1300">
              <a:latin typeface="Arial" charset="0"/>
              <a:ea typeface="Arial" charset="0"/>
              <a:cs typeface="Arial" charset="0"/>
              <a:sym typeface="Arial" charset="0"/>
            </a:endParaRPr>
          </a:p>
        </p:txBody>
      </p:sp>
      <p:sp>
        <p:nvSpPr>
          <p:cNvPr id="14" name="Text box"/>
          <p:cNvSpPr>
            <a:spLocks noGrp="1"/>
          </p:cNvSpPr>
          <p:nvPr>
            <p:ph type="dt" idx="1"/>
          </p:nvPr>
        </p:nvSpPr>
        <p:spPr>
          <a:xfrm>
            <a:off x="6992303" y="1"/>
            <a:ext cx="5349239" cy="367030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  <p:txBody>
          <a:bodyPr vert="horz" wrap="square" lIns="96661" tIns="48331" rIns="96661" bIns="48331" anchor="t" anchorCtr="0">
            <a:prstTxWarp prst="textNoShape">
              <a:avLst/>
            </a:prstTxWarp>
          </a:bodyPr>
          <a:lstStyle/>
          <a:p>
            <a:pPr algn="r"/>
            <a:fld id="{CAD2D6BD-DE1B-4B5F-8B41-2702339687B9}" type="datetime1">
              <a:rPr lang="en-US" altLang="zh-CN" sz="1300">
                <a:latin typeface="Arial" charset="0"/>
                <a:ea typeface="Arial" charset="0"/>
                <a:cs typeface="Arial" charset="0"/>
                <a:sym typeface="Arial" charset="0"/>
              </a:rPr>
              <a:t>5/5/2026</a:t>
            </a:fld>
            <a:endParaRPr lang="zh-CN" altLang="en-US" sz="1300">
              <a:latin typeface="Arial" charset="0"/>
              <a:ea typeface="Arial" charset="0"/>
              <a:cs typeface="Arial" charset="0"/>
              <a:sym typeface="Arial" charset="0"/>
            </a:endParaRPr>
          </a:p>
        </p:txBody>
      </p:sp>
      <p:sp>
        <p:nvSpPr>
          <p:cNvPr id="15" name="Text box"/>
          <p:cNvSpPr>
            <a:spLocks noGrp="1"/>
          </p:cNvSpPr>
          <p:nvPr>
            <p:ph type="ftr" idx="2"/>
          </p:nvPr>
        </p:nvSpPr>
        <p:spPr>
          <a:xfrm>
            <a:off x="0" y="6948171"/>
            <a:ext cx="5349239" cy="367029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  <p:txBody>
          <a:bodyPr vert="horz" wrap="square" lIns="96661" tIns="48331" rIns="96661" bIns="48331" anchor="b" anchorCtr="0">
            <a:prstTxWarp prst="textNoShape">
              <a:avLst/>
            </a:prstTxWarp>
          </a:bodyPr>
          <a:lstStyle/>
          <a:p>
            <a:pPr algn="l"/>
            <a:endParaRPr lang="zh-CN" altLang="en-US" sz="1300">
              <a:latin typeface="Arial" charset="0"/>
              <a:ea typeface="Arial" charset="0"/>
              <a:cs typeface="Arial" charset="0"/>
              <a:sym typeface="Arial" charset="0"/>
            </a:endParaRPr>
          </a:p>
        </p:txBody>
      </p:sp>
      <p:sp>
        <p:nvSpPr>
          <p:cNvPr id="16" name="Text box"/>
          <p:cNvSpPr>
            <a:spLocks noGrp="1"/>
          </p:cNvSpPr>
          <p:nvPr>
            <p:ph type="sldNum" idx="3"/>
          </p:nvPr>
        </p:nvSpPr>
        <p:spPr>
          <a:xfrm>
            <a:off x="6992303" y="6948171"/>
            <a:ext cx="5349239" cy="367029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  <p:txBody>
          <a:bodyPr vert="horz" wrap="square" lIns="96661" tIns="48331" rIns="96661" bIns="48331" anchor="b" anchorCtr="0">
            <a:prstTxWarp prst="textNoShape">
              <a:avLst/>
            </a:prstTxWarp>
          </a:bodyPr>
          <a:lstStyle/>
          <a:p>
            <a:pPr algn="r"/>
            <a:fld id="{CAD2D6BD-DE1B-4B5F-8B41-2702339687B9}" type="slidenum">
              <a:rPr lang="en-US" altLang="zh-CN" sz="1300" b="0" i="0" u="none" strike="noStrike" kern="0" cap="none" spc="0" baseline="0">
                <a:solidFill>
                  <a:srgbClr val="000000"/>
                </a:solidFill>
                <a:latin typeface="Arial" charset="0"/>
                <a:ea typeface="Arial" charset="0"/>
                <a:cs typeface="Arial" charset="0"/>
                <a:sym typeface="Arial" charset="0"/>
              </a:rPr>
              <a:t>‹#›</a:t>
            </a:fld>
            <a:endParaRPr lang="zh-CN" altLang="en-US" sz="1300">
              <a:latin typeface="Arial" charset="0"/>
              <a:ea typeface="Arial" charset="0"/>
              <a:cs typeface="Arial" charset="0"/>
              <a:sym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7521148"/>
      </p:ext>
    </p:extLst>
  </p:cSld>
  <p:clrMap bg1="lt1" tx1="dk1" bg2="lt2" tx2="dk2" accent1="accent1" accent2="accent2" accent3="accent3" accent4="accent4" accent5="accent5" accent6="accent6" hlink="hlink" folHlink="folHlink"/>
  <p:hf sldNum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box"/>
          <p:cNvSpPr>
            <a:spLocks noGrp="1"/>
          </p:cNvSpPr>
          <p:nvPr>
            <p:ph type="sldNum"/>
          </p:nvPr>
        </p:nvSpPr>
        <p:spPr>
          <a:xfrm>
            <a:off x="6992303" y="6948171"/>
            <a:ext cx="5349239" cy="367029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96645" tIns="48309" rIns="96645" bIns="48309" anchor="b" anchorCtr="0">
            <a:prstTxWarp prst="textNoShape">
              <a:avLst/>
            </a:prstTxWarp>
          </a:bodyPr>
          <a:lstStyle/>
          <a:p>
            <a:pPr algn="r"/>
            <a:fld id="{CAD2D6BD-DE1B-4B5F-8B41-2702339687B9}" type="slidenum">
              <a:rPr lang="en-US" altLang="zh-CN" sz="1300" b="0" i="0" u="none" strike="noStrike" kern="0" cap="none" spc="0" baseline="0">
                <a:solidFill>
                  <a:srgbClr val="000000"/>
                </a:solidFill>
                <a:latin typeface="Calibri" charset="0"/>
                <a:ea typeface="Calibri" charset="0"/>
                <a:cs typeface="Calibri" charset="0"/>
                <a:sym typeface="Calibri" charset="0"/>
              </a:rPr>
              <a:t>‹#›</a:t>
            </a:fld>
            <a:endParaRPr lang="zh-CN" altLang="en-US" sz="1300">
              <a:solidFill>
                <a:srgbClr val="000000"/>
              </a:solidFill>
              <a:latin typeface="Calibri" charset="0"/>
              <a:ea typeface="Calibri" charset="0"/>
              <a:cs typeface="Calibri" charset="0"/>
              <a:sym typeface="Calibri" charset="0"/>
            </a:endParaRPr>
          </a:p>
        </p:txBody>
      </p:sp>
      <p:sp>
        <p:nvSpPr>
          <p:cNvPr id="7" name="Text box"/>
          <p:cNvSpPr>
            <a:spLocks noGrp="1"/>
          </p:cNvSpPr>
          <p:nvPr>
            <p:ph type="hdr" idx="2"/>
          </p:nvPr>
        </p:nvSpPr>
        <p:spPr>
          <a:xfrm>
            <a:off x="0" y="1"/>
            <a:ext cx="5349239" cy="36703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96645" tIns="48309" rIns="96645" bIns="48309" anchor="t" anchorCtr="0">
            <a:prstTxWarp prst="textNoShape">
              <a:avLst/>
            </a:prstTxWarp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endParaRPr lang="zh-CN" altLang="en-US" sz="1300" b="0" i="0" u="none" strike="noStrike" cap="none">
              <a:solidFill>
                <a:srgbClr val="000000"/>
              </a:solidFill>
              <a:latin typeface="Calibri" charset="0"/>
              <a:ea typeface="Calibri" charset="0"/>
              <a:cs typeface="Calibri" charset="0"/>
              <a:sym typeface="Calibri" charset="0"/>
            </a:endParaRPr>
          </a:p>
        </p:txBody>
      </p:sp>
      <p:sp>
        <p:nvSpPr>
          <p:cNvPr id="8" name="Text box"/>
          <p:cNvSpPr>
            <a:spLocks noGrp="1"/>
          </p:cNvSpPr>
          <p:nvPr>
            <p:ph type="dt" idx="10"/>
          </p:nvPr>
        </p:nvSpPr>
        <p:spPr>
          <a:xfrm>
            <a:off x="6992303" y="1"/>
            <a:ext cx="5349239" cy="36703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96645" tIns="48309" rIns="96645" bIns="48309" anchor="t" anchorCtr="0">
            <a:prstTxWarp prst="textNoShape">
              <a:avLst/>
            </a:prstTxWarp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1300" b="0" i="0" u="none" strike="noStrike" cap="none">
                <a:solidFill>
                  <a:srgbClr val="000000"/>
                </a:solidFill>
                <a:latin typeface="Calibri" charset="0"/>
                <a:ea typeface="Calibri" charset="0"/>
                <a:cs typeface="Calibri" charset="0"/>
                <a:sym typeface="Calibri" charset="0"/>
              </a:rPr>
              <a:t>Date/Time</a:t>
            </a:r>
            <a:endParaRPr lang="zh-CN" altLang="en-US" sz="1300" b="0" i="0" u="none" strike="noStrike" cap="none">
              <a:solidFill>
                <a:srgbClr val="000000"/>
              </a:solidFill>
              <a:latin typeface="Calibri" charset="0"/>
              <a:ea typeface="Calibri" charset="0"/>
              <a:cs typeface="Calibri" charset="0"/>
              <a:sym typeface="Calibri" charset="0"/>
            </a:endParaRPr>
          </a:p>
        </p:txBody>
      </p:sp>
      <p:sp>
        <p:nvSpPr>
          <p:cNvPr id="9" name="Object"/>
          <p:cNvSpPr>
            <a:spLocks noGrp="1" noRot="1" noChangeAspect="1"/>
          </p:cNvSpPr>
          <p:nvPr>
            <p:ph type="sldImg" idx="3"/>
          </p:nvPr>
        </p:nvSpPr>
        <p:spPr>
          <a:xfrm>
            <a:off x="3978275" y="914400"/>
            <a:ext cx="4387850" cy="2468562"/>
          </a:xfrm>
          <a:custGeom>
            <a:avLst/>
            <a:gdLst>
              <a:gd name="T1" fmla="*/ 0 w 21600"/>
              <a:gd name="T2" fmla="*/ 0 h 21600"/>
              <a:gd name="T3" fmla="*/ 21600 w 21600"/>
              <a:gd name="T4" fmla="*/ 21600 h 21600"/>
            </a:gdLst>
            <a:ahLst/>
            <a:cxnLst/>
            <a:rect l="T1" t="T2" r="T3" b="T4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</a:ln>
        </p:spPr>
      </p:sp>
      <p:sp>
        <p:nvSpPr>
          <p:cNvPr id="10" name="Text box"/>
          <p:cNvSpPr>
            <a:spLocks noGrp="1"/>
          </p:cNvSpPr>
          <p:nvPr>
            <p:ph type="body" idx="1"/>
          </p:nvPr>
        </p:nvSpPr>
        <p:spPr>
          <a:xfrm>
            <a:off x="1234440" y="3520440"/>
            <a:ext cx="9875520" cy="288036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96645" tIns="48309" rIns="96645" bIns="48309" anchor="t" anchorCtr="0">
            <a:prstTxWarp prst="textNoShape">
              <a:avLst/>
            </a:prstTxWarp>
          </a:bodyPr>
          <a:lstStyle/>
          <a:p>
            <a:pPr marL="457200" indent="-228600" algn="l">
              <a:spcBef>
                <a:spcPts val="0"/>
              </a:spcBef>
              <a:spcAft>
                <a:spcPts val="0"/>
              </a:spcAft>
              <a:buNone/>
            </a:pPr>
            <a:endParaRPr lang="zh-CN" altLang="en-US" sz="1200" b="0" i="0" u="none" strike="noStrike" cap="none">
              <a:solidFill>
                <a:srgbClr val="000000"/>
              </a:solidFill>
              <a:latin typeface="Calibri" charset="0"/>
              <a:ea typeface="Calibri" charset="0"/>
              <a:cs typeface="Calibri" charset="0"/>
              <a:sym typeface="Calibri" charset="0"/>
            </a:endParaRPr>
          </a:p>
        </p:txBody>
      </p:sp>
      <p:sp>
        <p:nvSpPr>
          <p:cNvPr id="11" name="Text box"/>
          <p:cNvSpPr>
            <a:spLocks noGrp="1"/>
          </p:cNvSpPr>
          <p:nvPr>
            <p:ph type="ftr"/>
          </p:nvPr>
        </p:nvSpPr>
        <p:spPr>
          <a:xfrm>
            <a:off x="0" y="6948171"/>
            <a:ext cx="5349239" cy="367029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96645" tIns="48309" rIns="96645" bIns="48309" anchor="b" anchorCtr="0">
            <a:prstTxWarp prst="textNoShape">
              <a:avLst/>
            </a:prstTxWarp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endParaRPr lang="zh-CN" altLang="en-US" sz="1300" b="0" i="0" u="none" strike="noStrike" cap="none">
              <a:solidFill>
                <a:srgbClr val="000000"/>
              </a:solidFill>
              <a:latin typeface="Calibri" charset="0"/>
              <a:ea typeface="Calibri" charset="0"/>
              <a:cs typeface="Calibri" charset="0"/>
              <a:sym typeface="Calibri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1391917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indent="0" algn="l" defTabSz="914400" fontAlgn="auto" hangingPunct="1">
      <a:lnSpc>
        <a:spcPct val="100000"/>
      </a:lnSpc>
      <a:spcBef>
        <a:spcPts val="0"/>
      </a:spcBef>
      <a:spcAft>
        <a:spcPts val="0"/>
      </a:spcAft>
      <a:buNone/>
      <a:defRPr sz="1400" b="0" i="0" u="none" strike="noStrike" kern="0" cap="none" spc="0" baseline="0">
        <a:solidFill>
          <a:srgbClr val="000000"/>
        </a:solidFill>
        <a:latin typeface="Arial" charset="0"/>
        <a:ea typeface="Arial" charset="0"/>
        <a:cs typeface="Arial" charset="0"/>
      </a:defRPr>
    </a:lvl1pPr>
    <a:lvl2pPr marL="0" indent="0" algn="l" defTabSz="914400" fontAlgn="auto" hangingPunct="1">
      <a:lnSpc>
        <a:spcPct val="100000"/>
      </a:lnSpc>
      <a:spcBef>
        <a:spcPts val="0"/>
      </a:spcBef>
      <a:spcAft>
        <a:spcPts val="0"/>
      </a:spcAft>
      <a:buNone/>
      <a:defRPr sz="1400" b="0" i="0" u="none" strike="noStrike" kern="0" cap="none" spc="0" baseline="0">
        <a:solidFill>
          <a:srgbClr val="000000"/>
        </a:solidFill>
        <a:latin typeface="Arial" charset="0"/>
        <a:ea typeface="Arial" charset="0"/>
        <a:cs typeface="Arial" charset="0"/>
      </a:defRPr>
    </a:lvl2pPr>
    <a:lvl3pPr marL="0" indent="0" algn="l" defTabSz="914400" fontAlgn="auto" hangingPunct="1">
      <a:lnSpc>
        <a:spcPct val="100000"/>
      </a:lnSpc>
      <a:spcBef>
        <a:spcPts val="0"/>
      </a:spcBef>
      <a:spcAft>
        <a:spcPts val="0"/>
      </a:spcAft>
      <a:buNone/>
      <a:defRPr sz="1400" b="0" i="0" u="none" strike="noStrike" kern="0" cap="none" spc="0" baseline="0">
        <a:solidFill>
          <a:srgbClr val="000000"/>
        </a:solidFill>
        <a:latin typeface="Arial" charset="0"/>
        <a:ea typeface="Arial" charset="0"/>
        <a:cs typeface="Arial" charset="0"/>
      </a:defRPr>
    </a:lvl3pPr>
    <a:lvl4pPr marL="0" indent="0" algn="l" defTabSz="914400" fontAlgn="auto" hangingPunct="1">
      <a:lnSpc>
        <a:spcPct val="100000"/>
      </a:lnSpc>
      <a:spcBef>
        <a:spcPts val="0"/>
      </a:spcBef>
      <a:spcAft>
        <a:spcPts val="0"/>
      </a:spcAft>
      <a:buNone/>
      <a:defRPr sz="1400" b="0" i="0" u="none" strike="noStrike" kern="0" cap="none" spc="0" baseline="0">
        <a:solidFill>
          <a:srgbClr val="000000"/>
        </a:solidFill>
        <a:latin typeface="Arial" charset="0"/>
        <a:ea typeface="Arial" charset="0"/>
        <a:cs typeface="Arial" charset="0"/>
      </a:defRPr>
    </a:lvl4pPr>
    <a:lvl5pPr marL="0" indent="0" algn="l" defTabSz="914400" fontAlgn="auto" hangingPunct="1">
      <a:lnSpc>
        <a:spcPct val="100000"/>
      </a:lnSpc>
      <a:spcBef>
        <a:spcPts val="0"/>
      </a:spcBef>
      <a:spcAft>
        <a:spcPts val="0"/>
      </a:spcAft>
      <a:buNone/>
      <a:defRPr sz="1400" b="0" i="0" u="none" strike="noStrike" kern="0" cap="none" spc="0" baseline="0">
        <a:solidFill>
          <a:srgbClr val="000000"/>
        </a:solidFill>
        <a:latin typeface="Arial" charset="0"/>
        <a:ea typeface="Arial" charset="0"/>
        <a:cs typeface="Arial" charset="0"/>
      </a:defRPr>
    </a:lvl5pPr>
    <a:lvl6pPr marL="0" indent="0" algn="l" defTabSz="914400" fontAlgn="auto" hangingPunct="1">
      <a:lnSpc>
        <a:spcPct val="100000"/>
      </a:lnSpc>
      <a:spcBef>
        <a:spcPts val="0"/>
      </a:spcBef>
      <a:spcAft>
        <a:spcPts val="0"/>
      </a:spcAft>
      <a:buNone/>
      <a:defRPr sz="1400" b="0" i="0" u="none" strike="noStrike" kern="0" cap="none" spc="0" baseline="0">
        <a:solidFill>
          <a:srgbClr val="000000"/>
        </a:solidFill>
        <a:latin typeface="Arial" charset="0"/>
        <a:ea typeface="Arial" charset="0"/>
        <a:cs typeface="Arial" charset="0"/>
      </a:defRPr>
    </a:lvl6pPr>
    <a:lvl7pPr marL="0" indent="0" algn="l" defTabSz="914400" fontAlgn="auto" hangingPunct="1">
      <a:lnSpc>
        <a:spcPct val="100000"/>
      </a:lnSpc>
      <a:spcBef>
        <a:spcPts val="0"/>
      </a:spcBef>
      <a:spcAft>
        <a:spcPts val="0"/>
      </a:spcAft>
      <a:buNone/>
      <a:defRPr sz="1400" b="0" i="0" u="none" strike="noStrike" kern="0" cap="none" spc="0" baseline="0">
        <a:solidFill>
          <a:srgbClr val="000000"/>
        </a:solidFill>
        <a:latin typeface="Arial" charset="0"/>
        <a:ea typeface="Arial" charset="0"/>
        <a:cs typeface="Arial" charset="0"/>
      </a:defRPr>
    </a:lvl7pPr>
    <a:lvl8pPr marL="0" indent="0" algn="l" defTabSz="914400" fontAlgn="auto" hangingPunct="1">
      <a:lnSpc>
        <a:spcPct val="100000"/>
      </a:lnSpc>
      <a:spcBef>
        <a:spcPts val="0"/>
      </a:spcBef>
      <a:spcAft>
        <a:spcPts val="0"/>
      </a:spcAft>
      <a:buNone/>
      <a:defRPr sz="1400" b="0" i="0" u="none" strike="noStrike" kern="0" cap="none" spc="0" baseline="0">
        <a:solidFill>
          <a:srgbClr val="000000"/>
        </a:solidFill>
        <a:latin typeface="Arial" charset="0"/>
        <a:ea typeface="Arial" charset="0"/>
        <a:cs typeface="Arial" charset="0"/>
      </a:defRPr>
    </a:lvl8pPr>
    <a:lvl9pPr marL="0" indent="0" algn="l" defTabSz="914400" fontAlgn="auto" hangingPunct="1">
      <a:lnSpc>
        <a:spcPct val="100000"/>
      </a:lnSpc>
      <a:spcBef>
        <a:spcPts val="0"/>
      </a:spcBef>
      <a:spcAft>
        <a:spcPts val="0"/>
      </a:spcAft>
      <a:buNone/>
      <a:defRPr sz="1400" b="0" i="0" u="none" strike="noStrike" kern="0" cap="none" spc="0" baseline="0">
        <a:solidFill>
          <a:srgbClr val="000000"/>
        </a:solidFill>
        <a:latin typeface="Arial" charset="0"/>
        <a:ea typeface="Arial" charset="0"/>
        <a:cs typeface="Arial" charset="0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box"/>
          <p:cNvSpPr>
            <a:spLocks noGrp="1"/>
          </p:cNvSpPr>
          <p:nvPr>
            <p:ph type="sldNum"/>
          </p:nvPr>
        </p:nvSpPr>
        <p:spPr>
          <a:xfrm>
            <a:off x="6992303" y="6948171"/>
            <a:ext cx="5349239" cy="367029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96645" tIns="48309" rIns="96645" bIns="48309" anchor="b" anchorCtr="0">
            <a:prstTxWarp prst="textNoShape">
              <a:avLst/>
            </a:prstTxWarp>
          </a:bodyPr>
          <a:lstStyle/>
          <a:p>
            <a:pPr algn="r"/>
            <a:fld id="{CAD2D6BD-DE1B-4B5F-8B41-2702339687B9}" type="slidenum">
              <a:rPr lang="en-US" altLang="zh-CN" sz="1300" b="0" i="0" u="none" strike="noStrike" kern="0" cap="none" spc="0" baseline="0">
                <a:solidFill>
                  <a:srgbClr val="000000"/>
                </a:solidFill>
                <a:latin typeface="Calibri" charset="0"/>
                <a:ea typeface="Calibri" charset="0"/>
                <a:cs typeface="Calibri" charset="0"/>
                <a:sym typeface="Calibri" charset="0"/>
              </a:rPr>
              <a:t>1</a:t>
            </a:fld>
            <a:endParaRPr lang="zh-CN" altLang="en-US" sz="1300">
              <a:solidFill>
                <a:srgbClr val="000000"/>
              </a:solidFill>
              <a:latin typeface="Calibri" charset="0"/>
              <a:ea typeface="Calibri" charset="0"/>
              <a:cs typeface="Calibri" charset="0"/>
              <a:sym typeface="Calibri" charset="0"/>
            </a:endParaRPr>
          </a:p>
        </p:txBody>
      </p:sp>
      <p:sp>
        <p:nvSpPr>
          <p:cNvPr id="39" name="Object"/>
          <p:cNvSpPr>
            <a:spLocks noGrp="1" noRot="1" noChangeAspect="1"/>
          </p:cNvSpPr>
          <p:nvPr>
            <p:ph type="sldImg" idx="2"/>
          </p:nvPr>
        </p:nvSpPr>
        <p:spPr>
          <a:xfrm>
            <a:off x="3978275" y="914400"/>
            <a:ext cx="4387850" cy="2468563"/>
          </a:xfrm>
          <a:custGeom>
            <a:avLst/>
            <a:gdLst>
              <a:gd name="T1" fmla="*/ 0 w 21600"/>
              <a:gd name="T2" fmla="*/ 0 h 21600"/>
              <a:gd name="T3" fmla="*/ 21600 w 21600"/>
              <a:gd name="T4" fmla="*/ 21600 h 21600"/>
            </a:gdLst>
            <a:ahLst/>
            <a:cxnLst/>
            <a:rect l="T1" t="T2" r="T3" b="T4"/>
            <a:pathLst>
              <a:path w="21600" h="2160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</a:ln>
        </p:spPr>
      </p:sp>
      <p:sp>
        <p:nvSpPr>
          <p:cNvPr id="40" name="Text box"/>
          <p:cNvSpPr>
            <a:spLocks noGrp="1"/>
          </p:cNvSpPr>
          <p:nvPr>
            <p:ph type="body" idx="1"/>
          </p:nvPr>
        </p:nvSpPr>
        <p:spPr>
          <a:xfrm>
            <a:off x="1234440" y="3520440"/>
            <a:ext cx="9875520" cy="288036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96645" tIns="48309" rIns="96645" bIns="48309" anchor="t" anchorCtr="0">
            <a:prstTxWarp prst="textNoShape">
              <a:avLst/>
            </a:prstTxWarp>
          </a:bodyPr>
          <a:lstStyle/>
          <a:p>
            <a:endParaRPr lang="zh-CN" altLang="en-US"/>
          </a:p>
        </p:txBody>
      </p:sp>
      <p:sp>
        <p:nvSpPr>
          <p:cNvPr id="41" name="Rectangles"/>
          <p:cNvSpPr>
            <a:spLocks noGrp="1"/>
          </p:cNvSpPr>
          <p:nvPr>
            <p:ph type="sldNum"/>
          </p:nvPr>
        </p:nvSpPr>
        <p:spPr>
          <a:xfrm>
            <a:off x="6992303" y="6948171"/>
            <a:ext cx="5349239" cy="367029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96645" tIns="48309" rIns="96645" bIns="48309" anchor="b" anchorCtr="0">
            <a:prstTxWarp prst="textNoShape">
              <a:avLst/>
            </a:prstTxWarp>
          </a:bodyPr>
          <a:lstStyle/>
          <a:p>
            <a:pPr algn="r"/>
            <a:fld id="{CAD2D6BD-DE1B-4B5F-8B41-2702339687B9}" type="slidenum">
              <a:rPr lang="en-US" altLang="zh-CN" sz="1400" b="0" i="0" u="none" strike="noStrike" kern="0" cap="none" spc="0" baseline="0">
                <a:solidFill>
                  <a:srgbClr val="000000"/>
                </a:solidFill>
                <a:latin typeface="Arial" charset="0"/>
                <a:ea typeface="Arial" charset="0"/>
                <a:cs typeface="Lucida Sans"/>
              </a:rPr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478908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978275" y="914400"/>
            <a:ext cx="4387850" cy="2468563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5A1169-C454-D690-BF04-9861D89EC4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BE94915-BDD4-FC66-D5FF-92F80EC96C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978275" y="914400"/>
            <a:ext cx="4387850" cy="2468563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FBBF14-0D78-34B7-CB42-27965796E4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61974A-62D9-4756-574D-9361AE6424F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47877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978275" y="914400"/>
            <a:ext cx="4387850" cy="2468563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886622-978D-D5EE-2CA6-000B6F1D18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B183503-B7B0-4921-812D-5E8F719D96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978275" y="914400"/>
            <a:ext cx="4387850" cy="2468563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988E73-CA41-4172-3688-6256910EF7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4A8E48-5FB2-5B9D-7641-749F8C2F7DB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928312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978275" y="914400"/>
            <a:ext cx="4387850" cy="2468563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 userDrawn="1"/>
        </p:nvGrpSpPr>
        <p:grpSpPr>
          <a:xfrm>
            <a:off x="0" y="6179518"/>
            <a:ext cx="12192000" cy="714053"/>
            <a:chOff x="0" y="6179518"/>
            <a:chExt cx="12192000" cy="714053"/>
          </a:xfrm>
        </p:grpSpPr>
        <p:sp>
          <p:nvSpPr>
            <p:cNvPr id="22" name="Rectangles"/>
            <p:cNvSpPr>
              <a:spLocks/>
            </p:cNvSpPr>
            <p:nvPr/>
          </p:nvSpPr>
          <p:spPr>
            <a:xfrm>
              <a:off x="0" y="6179518"/>
              <a:ext cx="12192000" cy="714053"/>
            </a:xfrm>
            <a:prstGeom prst="rect">
              <a:avLst/>
            </a:prstGeom>
            <a:solidFill>
              <a:srgbClr val="DDEAF6"/>
            </a:solidFill>
            <a:ln w="12700" cap="flat" cmpd="sng">
              <a:noFill/>
              <a:prstDash val="solid"/>
              <a:round/>
            </a:ln>
          </p:spPr>
        </p:sp>
        <p:grpSp>
          <p:nvGrpSpPr>
            <p:cNvPr id="5" name="Group 4"/>
            <p:cNvGrpSpPr/>
            <p:nvPr userDrawn="1"/>
          </p:nvGrpSpPr>
          <p:grpSpPr>
            <a:xfrm>
              <a:off x="199242" y="6324619"/>
              <a:ext cx="3401208" cy="456764"/>
              <a:chOff x="199242" y="6324619"/>
              <a:chExt cx="3401208" cy="456764"/>
            </a:xfrm>
          </p:grpSpPr>
          <p:pic>
            <p:nvPicPr>
              <p:cNvPr id="24" name="Images" descr="DUET"/>
              <p:cNvPicPr>
                <a:picLocks/>
              </p:cNvPicPr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99242" y="6324619"/>
                <a:ext cx="456765" cy="456764"/>
              </a:xfrm>
              <a:prstGeom prst="rect">
                <a:avLst/>
              </a:prstGeom>
              <a:noFill/>
              <a:ln w="12700" cap="flat" cmpd="sng">
                <a:noFill/>
                <a:prstDash val="solid"/>
                <a:round/>
              </a:ln>
            </p:spPr>
          </p:pic>
          <p:pic>
            <p:nvPicPr>
              <p:cNvPr id="2050" name="Picture 2" descr="EDGE Bangladesh"/>
              <p:cNvPicPr>
                <a:picLocks noChangeAspect="1" noChangeArrowheads="1"/>
              </p:cNvPicPr>
              <p:nvPr userDrawn="1"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15962" y="6346349"/>
                <a:ext cx="860425" cy="41330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058" name="Picture 10" descr="BCCTMS - Login"/>
              <p:cNvPicPr>
                <a:picLocks noChangeAspect="1" noChangeArrowheads="1"/>
              </p:cNvPicPr>
              <p:nvPr userDrawn="1"/>
            </p:nvPicPr>
            <p:blipFill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836342" y="6357499"/>
                <a:ext cx="1764108" cy="39100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17" name="Text box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91440" tIns="45720" rIns="91440" bIns="45720" anchor="b" anchorCtr="0">
            <a:prstTxWarp prst="textNoShape">
              <a:avLst/>
            </a:prstTxWarp>
          </a:bodyPr>
          <a:lstStyle>
            <a:lvl1pPr>
              <a:defRPr sz="6000">
                <a:latin typeface="+mj-lt"/>
                <a:cs typeface="Times New Roman" panose="02020603050405020304" pitchFamily="18" charset="0"/>
              </a:defRPr>
            </a:lvl1pPr>
          </a:lstStyle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zh-CN" altLang="en-US" sz="6000" b="0" i="0" u="none" strike="noStrike" kern="0" cap="none" spc="0" baseline="0">
              <a:solidFill>
                <a:srgbClr val="000000"/>
              </a:solidFill>
              <a:latin typeface="Arial" charset="0"/>
              <a:ea typeface="Arial" charset="0"/>
              <a:cs typeface="Lucida Sans"/>
            </a:endParaRPr>
          </a:p>
        </p:txBody>
      </p:sp>
      <p:sp>
        <p:nvSpPr>
          <p:cNvPr id="18" name="Text box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91440" tIns="45720" rIns="91440" bIns="45720" anchor="t" anchorCtr="0">
            <a:prstTxWarp prst="textNoShape">
              <a:avLst/>
            </a:prstTxWarp>
          </a:bodyPr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marL="0" indent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lang="zh-CN" altLang="en-US" sz="2400" b="0" i="0" u="none" strike="noStrike" kern="0" cap="none" spc="0" baseline="0">
              <a:solidFill>
                <a:srgbClr val="000000"/>
              </a:solidFill>
              <a:latin typeface="Arial" charset="0"/>
              <a:ea typeface="Arial" charset="0"/>
              <a:cs typeface="Lucida Sans"/>
            </a:endParaRPr>
          </a:p>
        </p:txBody>
      </p:sp>
      <p:sp>
        <p:nvSpPr>
          <p:cNvPr id="19" name="Text box"/>
          <p:cNvSpPr>
            <a:spLocks noGrp="1"/>
          </p:cNvSpPr>
          <p:nvPr>
            <p:ph type="dt" idx="10"/>
          </p:nvPr>
        </p:nvSpPr>
        <p:spPr>
          <a:xfrm>
            <a:off x="838200" y="6356349"/>
            <a:ext cx="2743200" cy="36512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91425" tIns="45700" rIns="91425" bIns="45700" anchor="ctr" anchorCtr="0">
            <a:prstTxWarp prst="textNoShape">
              <a:avLst/>
            </a:prstTxWarp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1200" b="0" i="0" u="none" strike="noStrike" kern="0" cap="none" spc="0" baseline="0">
                <a:solidFill>
                  <a:srgbClr val="888888"/>
                </a:solidFill>
                <a:latin typeface="Calibri" charset="0"/>
                <a:ea typeface="Calibri" charset="0"/>
                <a:cs typeface="Calibri" charset="0"/>
                <a:sym typeface="Calibri" charset="0"/>
              </a:rPr>
              <a:t>Date/Time</a:t>
            </a:r>
            <a:endParaRPr lang="zh-CN" altLang="en-US" sz="1200" b="0" i="0" u="none" strike="noStrike" kern="0" cap="none" spc="0" baseline="0">
              <a:solidFill>
                <a:srgbClr val="888888"/>
              </a:solidFill>
              <a:latin typeface="Calibri" charset="0"/>
              <a:ea typeface="Calibri" charset="0"/>
              <a:cs typeface="Calibri" charset="0"/>
              <a:sym typeface="Calibri" charset="0"/>
            </a:endParaRPr>
          </a:p>
        </p:txBody>
      </p:sp>
      <p:sp>
        <p:nvSpPr>
          <p:cNvPr id="20" name="Text box"/>
          <p:cNvSpPr>
            <a:spLocks noGrp="1"/>
          </p:cNvSpPr>
          <p:nvPr>
            <p:ph type="ftr"/>
          </p:nvPr>
        </p:nvSpPr>
        <p:spPr>
          <a:xfrm>
            <a:off x="4038600" y="6356349"/>
            <a:ext cx="4114800" cy="36512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91425" tIns="45700" rIns="91425" bIns="45700" anchor="ctr" anchorCtr="0">
            <a:prstTxWarp prst="textNoShape">
              <a:avLst/>
            </a:prstTxWarp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zh-CN" altLang="en-US" sz="1200" b="0" i="0" u="none" strike="noStrike" kern="0" cap="none" spc="0" baseline="0">
              <a:solidFill>
                <a:srgbClr val="888888"/>
              </a:solidFill>
              <a:latin typeface="Calibri" charset="0"/>
              <a:ea typeface="Calibri" charset="0"/>
              <a:cs typeface="Calibri" charset="0"/>
              <a:sym typeface="Calibri" charset="0"/>
            </a:endParaRPr>
          </a:p>
        </p:txBody>
      </p:sp>
      <p:sp>
        <p:nvSpPr>
          <p:cNvPr id="21" name="Text box"/>
          <p:cNvSpPr>
            <a:spLocks noGrp="1"/>
          </p:cNvSpPr>
          <p:nvPr>
            <p:ph type="sldNum"/>
          </p:nvPr>
        </p:nvSpPr>
        <p:spPr>
          <a:xfrm>
            <a:off x="8610600" y="6356349"/>
            <a:ext cx="2743200" cy="36512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91425" tIns="45700" rIns="91425" bIns="45700" anchor="ctr" anchorCtr="0">
            <a:prstTxWarp prst="textNoShape">
              <a:avLst/>
            </a:prstTxWarp>
          </a:bodyPr>
          <a:lstStyle>
            <a:lvl1pPr>
              <a:defRPr sz="1400"/>
            </a:lvl1pPr>
          </a:lstStyle>
          <a:p>
            <a:pPr algn="r"/>
            <a:fld id="{CAD2D6BD-DE1B-4B5F-8B41-2702339687B9}" type="slidenum">
              <a:rPr lang="en-US" altLang="zh-CN" b="0" smtClean="0">
                <a:solidFill>
                  <a:srgbClr val="888888"/>
                </a:solidFill>
                <a:latin typeface="Calibri" charset="0"/>
                <a:ea typeface="Calibri" charset="0"/>
                <a:cs typeface="Calibri" charset="0"/>
                <a:sym typeface="Calibri" charset="0"/>
              </a:rPr>
              <a:pPr algn="r"/>
              <a:t>‹#›</a:t>
            </a:fld>
            <a:endParaRPr lang="zh-CN" altLang="en-US" b="0">
              <a:solidFill>
                <a:srgbClr val="888888"/>
              </a:solidFill>
              <a:latin typeface="Calibri" charset="0"/>
              <a:ea typeface="Calibri" charset="0"/>
              <a:cs typeface="Calibri" charset="0"/>
              <a:sym typeface="Calibri" charset="0"/>
            </a:endParaRPr>
          </a:p>
        </p:txBody>
      </p:sp>
      <p:grpSp>
        <p:nvGrpSpPr>
          <p:cNvPr id="36" name="Group 35"/>
          <p:cNvGrpSpPr/>
          <p:nvPr userDrawn="1"/>
        </p:nvGrpSpPr>
        <p:grpSpPr>
          <a:xfrm>
            <a:off x="493487" y="391886"/>
            <a:ext cx="11219542" cy="5584507"/>
            <a:chOff x="1028700" y="1028700"/>
            <a:chExt cx="16230600" cy="8229600"/>
          </a:xfrm>
        </p:grpSpPr>
        <p:sp>
          <p:nvSpPr>
            <p:cNvPr id="37" name="Freeform 2"/>
            <p:cNvSpPr/>
            <p:nvPr/>
          </p:nvSpPr>
          <p:spPr>
            <a:xfrm>
              <a:off x="1028700" y="1028700"/>
              <a:ext cx="2516101" cy="2516101"/>
            </a:xfrm>
            <a:custGeom>
              <a:avLst/>
              <a:gdLst/>
              <a:ahLst/>
              <a:cxnLst/>
              <a:rect l="l" t="t" r="r" b="b"/>
              <a:pathLst>
                <a:path w="2516101" h="2516101">
                  <a:moveTo>
                    <a:pt x="0" y="0"/>
                  </a:moveTo>
                  <a:lnTo>
                    <a:pt x="2516101" y="0"/>
                  </a:lnTo>
                  <a:lnTo>
                    <a:pt x="2516101" y="2516101"/>
                  </a:lnTo>
                  <a:lnTo>
                    <a:pt x="0" y="25161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38" name="Freeform 5"/>
            <p:cNvSpPr/>
            <p:nvPr/>
          </p:nvSpPr>
          <p:spPr>
            <a:xfrm flipH="1" flipV="1">
              <a:off x="14743199" y="6742199"/>
              <a:ext cx="2516101" cy="2516101"/>
            </a:xfrm>
            <a:custGeom>
              <a:avLst/>
              <a:gdLst/>
              <a:ahLst/>
              <a:cxnLst/>
              <a:rect l="l" t="t" r="r" b="b"/>
              <a:pathLst>
                <a:path w="2516101" h="2516101">
                  <a:moveTo>
                    <a:pt x="2516101" y="2516101"/>
                  </a:moveTo>
                  <a:lnTo>
                    <a:pt x="0" y="2516101"/>
                  </a:lnTo>
                  <a:lnTo>
                    <a:pt x="0" y="0"/>
                  </a:lnTo>
                  <a:lnTo>
                    <a:pt x="2516101" y="0"/>
                  </a:lnTo>
                  <a:lnTo>
                    <a:pt x="2516101" y="2516101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39" name="Freeform 6"/>
            <p:cNvSpPr/>
            <p:nvPr/>
          </p:nvSpPr>
          <p:spPr>
            <a:xfrm flipH="1">
              <a:off x="14743199" y="1028700"/>
              <a:ext cx="2516101" cy="2516101"/>
            </a:xfrm>
            <a:custGeom>
              <a:avLst/>
              <a:gdLst/>
              <a:ahLst/>
              <a:cxnLst/>
              <a:rect l="l" t="t" r="r" b="b"/>
              <a:pathLst>
                <a:path w="2516101" h="2516101">
                  <a:moveTo>
                    <a:pt x="2516101" y="0"/>
                  </a:moveTo>
                  <a:lnTo>
                    <a:pt x="0" y="0"/>
                  </a:lnTo>
                  <a:lnTo>
                    <a:pt x="0" y="2516101"/>
                  </a:lnTo>
                  <a:lnTo>
                    <a:pt x="2516101" y="2516101"/>
                  </a:lnTo>
                  <a:lnTo>
                    <a:pt x="2516101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40" name="Freeform 7"/>
            <p:cNvSpPr/>
            <p:nvPr/>
          </p:nvSpPr>
          <p:spPr>
            <a:xfrm flipV="1">
              <a:off x="1028700" y="6678599"/>
              <a:ext cx="2516101" cy="2516101"/>
            </a:xfrm>
            <a:custGeom>
              <a:avLst/>
              <a:gdLst/>
              <a:ahLst/>
              <a:cxnLst/>
              <a:rect l="l" t="t" r="r" b="b"/>
              <a:pathLst>
                <a:path w="2516101" h="2516101">
                  <a:moveTo>
                    <a:pt x="0" y="2516101"/>
                  </a:moveTo>
                  <a:lnTo>
                    <a:pt x="2516101" y="2516101"/>
                  </a:lnTo>
                  <a:lnTo>
                    <a:pt x="2516101" y="0"/>
                  </a:lnTo>
                  <a:lnTo>
                    <a:pt x="0" y="0"/>
                  </a:lnTo>
                  <a:lnTo>
                    <a:pt x="0" y="2516101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</p:sp>
      </p:grpSp>
    </p:spTree>
    <p:extLst>
      <p:ext uri="{BB962C8B-B14F-4D97-AF65-F5344CB8AC3E}">
        <p14:creationId xmlns:p14="http://schemas.microsoft.com/office/powerpoint/2010/main" val="13315672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474664"/>
            <a:ext cx="10515600" cy="1325562"/>
          </a:xfrm>
        </p:spPr>
        <p:txBody>
          <a:bodyPr/>
          <a:lstStyle>
            <a:lvl1pPr>
              <a:defRPr sz="2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1200" b="0" i="0" u="none" strike="noStrike" cap="none">
                <a:solidFill>
                  <a:srgbClr val="888888"/>
                </a:solidFill>
                <a:latin typeface="Calibri" charset="0"/>
                <a:ea typeface="Calibri" charset="0"/>
                <a:cs typeface="Calibri" charset="0"/>
                <a:sym typeface="Calibri" charset="0"/>
              </a:rPr>
              <a:t>Date/Time</a:t>
            </a:r>
            <a:endParaRPr lang="zh-CN" altLang="en-US" sz="1200" b="0" i="0" u="none" strike="noStrike" cap="none">
              <a:solidFill>
                <a:srgbClr val="888888"/>
              </a:solidFill>
              <a:latin typeface="Calibri" charset="0"/>
              <a:ea typeface="Calibri" charset="0"/>
              <a:cs typeface="Calibri" charset="0"/>
              <a:sym typeface="Calibri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endParaRPr lang="zh-CN" altLang="en-US" sz="1200" b="0" i="0" u="none" strike="noStrike" cap="none">
              <a:solidFill>
                <a:srgbClr val="888888"/>
              </a:solidFill>
              <a:latin typeface="Calibri" charset="0"/>
              <a:ea typeface="Calibri" charset="0"/>
              <a:cs typeface="Calibri" charset="0"/>
              <a:sym typeface="Calibri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algn="r"/>
            <a:fld id="{CAD2D6BD-DE1B-4B5F-8B41-2702339687B9}" type="slidenum">
              <a:rPr lang="en-US" altLang="zh-CN" smtClean="0">
                <a:solidFill>
                  <a:srgbClr val="888888"/>
                </a:solidFill>
                <a:ea typeface="Calibri" charset="0"/>
                <a:sym typeface="Calibri" charset="0"/>
              </a:rPr>
              <a:pPr algn="r"/>
              <a:t>‹#›</a:t>
            </a:fld>
            <a:endParaRPr lang="zh-CN" altLang="en-US">
              <a:solidFill>
                <a:srgbClr val="888888"/>
              </a:solidFill>
              <a:ea typeface="Calibri" charset="0"/>
              <a:sym typeface="Calibri" charset="0"/>
            </a:endParaRP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838201" y="1944688"/>
            <a:ext cx="10515600" cy="4122737"/>
          </a:xfrm>
        </p:spPr>
        <p:txBody>
          <a:bodyPr/>
          <a:lstStyle>
            <a:lvl1pPr>
              <a:defRPr sz="2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24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24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24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24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949804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e Placeholder 5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1200" b="0" i="0" u="none" strike="noStrike" cap="none">
                <a:solidFill>
                  <a:srgbClr val="888888"/>
                </a:solidFill>
                <a:latin typeface="Calibri" charset="0"/>
                <a:ea typeface="Calibri" charset="0"/>
                <a:cs typeface="Calibri" charset="0"/>
                <a:sym typeface="Calibri" charset="0"/>
              </a:rPr>
              <a:t>Date/Time</a:t>
            </a:r>
            <a:endParaRPr lang="zh-CN" altLang="en-US" sz="1200" b="0" i="0" u="none" strike="noStrike" cap="none">
              <a:solidFill>
                <a:srgbClr val="888888"/>
              </a:solidFill>
              <a:latin typeface="Calibri" charset="0"/>
              <a:ea typeface="Calibri" charset="0"/>
              <a:cs typeface="Calibri" charset="0"/>
              <a:sym typeface="Calibri" charset="0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endParaRPr lang="zh-CN" altLang="en-US" sz="1200" b="0" i="0" u="none" strike="noStrike" cap="none">
              <a:solidFill>
                <a:srgbClr val="888888"/>
              </a:solidFill>
              <a:latin typeface="Calibri" charset="0"/>
              <a:ea typeface="Calibri" charset="0"/>
              <a:cs typeface="Calibri" charset="0"/>
              <a:sym typeface="Calibri" charset="0"/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algn="r"/>
            <a:fld id="{CAD2D6BD-DE1B-4B5F-8B41-2702339687B9}" type="slidenum">
              <a:rPr lang="en-US" altLang="zh-CN" smtClean="0">
                <a:solidFill>
                  <a:srgbClr val="888888"/>
                </a:solidFill>
                <a:ea typeface="Calibri" charset="0"/>
                <a:sym typeface="Calibri" charset="0"/>
              </a:rPr>
              <a:pPr algn="r"/>
              <a:t>‹#›</a:t>
            </a:fld>
            <a:endParaRPr lang="zh-CN" altLang="en-US">
              <a:solidFill>
                <a:srgbClr val="888888"/>
              </a:solidFill>
              <a:ea typeface="Calibri" charset="0"/>
              <a:sym typeface="Calibri" charset="0"/>
            </a:endParaRPr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2401385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293773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 userDrawn="1"/>
        </p:nvGrpSpPr>
        <p:grpSpPr>
          <a:xfrm>
            <a:off x="0" y="6179518"/>
            <a:ext cx="12192000" cy="714053"/>
            <a:chOff x="0" y="6179518"/>
            <a:chExt cx="12192000" cy="714053"/>
          </a:xfrm>
        </p:grpSpPr>
        <p:sp>
          <p:nvSpPr>
            <p:cNvPr id="8" name="Rectangles"/>
            <p:cNvSpPr>
              <a:spLocks/>
            </p:cNvSpPr>
            <p:nvPr/>
          </p:nvSpPr>
          <p:spPr>
            <a:xfrm>
              <a:off x="0" y="6179518"/>
              <a:ext cx="12192000" cy="714053"/>
            </a:xfrm>
            <a:prstGeom prst="rect">
              <a:avLst/>
            </a:prstGeom>
            <a:solidFill>
              <a:srgbClr val="DDEAF6"/>
            </a:solidFill>
            <a:ln w="12700" cap="flat" cmpd="sng">
              <a:noFill/>
              <a:prstDash val="solid"/>
              <a:round/>
            </a:ln>
          </p:spPr>
        </p:sp>
        <p:grpSp>
          <p:nvGrpSpPr>
            <p:cNvPr id="9" name="Group 8"/>
            <p:cNvGrpSpPr/>
            <p:nvPr userDrawn="1"/>
          </p:nvGrpSpPr>
          <p:grpSpPr>
            <a:xfrm>
              <a:off x="199242" y="6324619"/>
              <a:ext cx="3401208" cy="456764"/>
              <a:chOff x="199242" y="6324619"/>
              <a:chExt cx="3401208" cy="456764"/>
            </a:xfrm>
          </p:grpSpPr>
          <p:pic>
            <p:nvPicPr>
              <p:cNvPr id="10" name="Images" descr="DUET"/>
              <p:cNvPicPr>
                <a:picLocks/>
              </p:cNvPicPr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199242" y="6324619"/>
                <a:ext cx="456765" cy="456764"/>
              </a:xfrm>
              <a:prstGeom prst="rect">
                <a:avLst/>
              </a:prstGeom>
              <a:noFill/>
              <a:ln w="12700" cap="flat" cmpd="sng">
                <a:noFill/>
                <a:prstDash val="solid"/>
                <a:round/>
              </a:ln>
            </p:spPr>
          </p:pic>
          <p:pic>
            <p:nvPicPr>
              <p:cNvPr id="11" name="Picture 2" descr="EDGE Bangladesh"/>
              <p:cNvPicPr>
                <a:picLocks noChangeAspect="1" noChangeArrowheads="1"/>
              </p:cNvPicPr>
              <p:nvPr userDrawn="1"/>
            </p:nvPicPr>
            <p:blipFill>
              <a:blip r:embed="rId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15962" y="6346349"/>
                <a:ext cx="860425" cy="41330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" name="Picture 10" descr="BCCTMS - Login"/>
              <p:cNvPicPr>
                <a:picLocks noChangeAspect="1" noChangeArrowheads="1"/>
              </p:cNvPicPr>
              <p:nvPr userDrawn="1"/>
            </p:nvPicPr>
            <p:blipFill>
              <a:blip r:embed="rId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836342" y="6357499"/>
                <a:ext cx="1764108" cy="39100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2" name="Text box"/>
          <p:cNvSpPr>
            <a:spLocks noGrp="1"/>
          </p:cNvSpPr>
          <p:nvPr>
            <p:ph type="title"/>
          </p:nvPr>
        </p:nvSpPr>
        <p:spPr>
          <a:xfrm>
            <a:off x="838200" y="365124"/>
            <a:ext cx="10515600" cy="1325562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91425" tIns="45700" rIns="91425" bIns="45700" anchor="ctr" anchorCtr="0">
            <a:prstTxWarp prst="textNoShape">
              <a:avLst/>
            </a:prstTxWarp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zh-CN" altLang="en-US" sz="4400" b="0" i="0" u="none" strike="noStrike" cap="none">
              <a:solidFill>
                <a:srgbClr val="000000"/>
              </a:solidFill>
              <a:latin typeface="Calibri" charset="0"/>
              <a:ea typeface="Calibri" charset="0"/>
              <a:cs typeface="Calibri" charset="0"/>
              <a:sym typeface="Calibri" charset="0"/>
            </a:endParaRPr>
          </a:p>
        </p:txBody>
      </p:sp>
      <p:sp>
        <p:nvSpPr>
          <p:cNvPr id="3" name="Text box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91425" tIns="45700" rIns="91425" bIns="45700" anchor="t" anchorCtr="0">
            <a:prstTxWarp prst="textNoShape">
              <a:avLst/>
            </a:prstTxWarp>
          </a:bodyPr>
          <a:lstStyle/>
          <a:p>
            <a:pPr marL="45720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 charset="0"/>
              <a:buChar char="•"/>
            </a:pPr>
            <a:endParaRPr lang="zh-CN" altLang="en-US" sz="2800" b="0" i="0" u="none" strike="noStrike" cap="none">
              <a:solidFill>
                <a:srgbClr val="000000"/>
              </a:solidFill>
              <a:latin typeface="Calibri" charset="0"/>
              <a:ea typeface="Calibri" charset="0"/>
              <a:cs typeface="Calibri" charset="0"/>
              <a:sym typeface="Calibri" charset="0"/>
            </a:endParaRPr>
          </a:p>
        </p:txBody>
      </p:sp>
      <p:sp>
        <p:nvSpPr>
          <p:cNvPr id="4" name="Text box"/>
          <p:cNvSpPr>
            <a:spLocks noGrp="1"/>
          </p:cNvSpPr>
          <p:nvPr>
            <p:ph type="dt" idx="10"/>
          </p:nvPr>
        </p:nvSpPr>
        <p:spPr>
          <a:xfrm>
            <a:off x="838200" y="6356349"/>
            <a:ext cx="2743200" cy="36512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91425" tIns="45700" rIns="91425" bIns="45700" anchor="ctr" anchorCtr="0">
            <a:prstTxWarp prst="textNoShape">
              <a:avLst/>
            </a:prstTxWarp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1200" b="0" i="0" u="none" strike="noStrike" cap="none">
                <a:solidFill>
                  <a:srgbClr val="888888"/>
                </a:solidFill>
                <a:latin typeface="Calibri" charset="0"/>
                <a:ea typeface="Calibri" charset="0"/>
                <a:cs typeface="Calibri" charset="0"/>
                <a:sym typeface="Calibri" charset="0"/>
              </a:rPr>
              <a:t>Date/Time</a:t>
            </a:r>
            <a:endParaRPr lang="zh-CN" altLang="en-US" sz="1200" b="0" i="0" u="none" strike="noStrike" cap="none">
              <a:solidFill>
                <a:srgbClr val="888888"/>
              </a:solidFill>
              <a:latin typeface="Calibri" charset="0"/>
              <a:ea typeface="Calibri" charset="0"/>
              <a:cs typeface="Calibri" charset="0"/>
              <a:sym typeface="Calibri" charset="0"/>
            </a:endParaRPr>
          </a:p>
        </p:txBody>
      </p:sp>
      <p:sp>
        <p:nvSpPr>
          <p:cNvPr id="5" name="Text box"/>
          <p:cNvSpPr>
            <a:spLocks noGrp="1"/>
          </p:cNvSpPr>
          <p:nvPr>
            <p:ph type="ftr"/>
          </p:nvPr>
        </p:nvSpPr>
        <p:spPr>
          <a:xfrm>
            <a:off x="4038600" y="6356349"/>
            <a:ext cx="4114800" cy="36512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91425" tIns="45700" rIns="91425" bIns="45700" anchor="ctr" anchorCtr="0">
            <a:prstTxWarp prst="textNoShape">
              <a:avLst/>
            </a:prstTxWarp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endParaRPr lang="zh-CN" altLang="en-US" sz="1200" b="0" i="0" u="none" strike="noStrike" cap="none">
              <a:solidFill>
                <a:srgbClr val="888888"/>
              </a:solidFill>
              <a:latin typeface="Calibri" charset="0"/>
              <a:ea typeface="Calibri" charset="0"/>
              <a:cs typeface="Calibri" charset="0"/>
              <a:sym typeface="Calibri" charset="0"/>
            </a:endParaRPr>
          </a:p>
        </p:txBody>
      </p:sp>
      <p:sp>
        <p:nvSpPr>
          <p:cNvPr id="6" name="Text box"/>
          <p:cNvSpPr>
            <a:spLocks noGrp="1"/>
          </p:cNvSpPr>
          <p:nvPr>
            <p:ph type="sldNum"/>
          </p:nvPr>
        </p:nvSpPr>
        <p:spPr>
          <a:xfrm>
            <a:off x="8610600" y="6356349"/>
            <a:ext cx="2743200" cy="36512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91425" tIns="45700" rIns="91425" bIns="45700" anchor="ctr" anchorCtr="0">
            <a:prstTxWarp prst="textNoShape">
              <a:avLst/>
            </a:prstTxWarp>
          </a:bodyPr>
          <a:lstStyle>
            <a:lvl1pPr>
              <a:defRPr sz="18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algn="r"/>
            <a:fld id="{CAD2D6BD-DE1B-4B5F-8B41-2702339687B9}" type="slidenum">
              <a:rPr lang="en-US" altLang="zh-CN" smtClean="0">
                <a:solidFill>
                  <a:srgbClr val="888888"/>
                </a:solidFill>
                <a:ea typeface="Calibri" charset="0"/>
                <a:sym typeface="Calibri" charset="0"/>
              </a:rPr>
              <a:pPr algn="r"/>
              <a:t>‹#›</a:t>
            </a:fld>
            <a:endParaRPr lang="zh-CN" altLang="en-US">
              <a:solidFill>
                <a:srgbClr val="888888"/>
              </a:solidFill>
              <a:ea typeface="Calibri" charset="0"/>
              <a:sym typeface="Calibri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055673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  <p:sldLayoutId id="2147483662" r:id="rId2"/>
    <p:sldLayoutId id="2147483661" r:id="rId3"/>
    <p:sldLayoutId id="2147483663" r:id="rId4"/>
  </p:sldLayoutIdLst>
  <p:hf hdr="0" ftr="0" dt="0"/>
  <p:txStyles>
    <p:titleStyle>
      <a:lvl1pPr algn="l" defTabSz="914400" fontAlgn="auto" hangingPunct="1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+mj-lt"/>
          <a:ea typeface="Times New Roman" panose="02020603050405020304" pitchFamily="18" charset="0"/>
          <a:cs typeface="Times New Roman" panose="02020603050405020304" pitchFamily="18" charset="0"/>
        </a:defRPr>
      </a:lvl1pPr>
    </p:titleStyle>
    <p:bodyStyle>
      <a:lvl1pPr algn="l" defTabSz="914400" fontAlgn="auto" hangingPunct="1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Times New Roman" panose="02020603050405020304" pitchFamily="18" charset="0"/>
          <a:ea typeface="Times New Roman" panose="02020603050405020304" pitchFamily="18" charset="0"/>
          <a:cs typeface="Times New Roman" panose="02020603050405020304" pitchFamily="18" charset="0"/>
        </a:defRPr>
      </a:lvl1pPr>
      <a:lvl2pPr algn="l" defTabSz="914400" fontAlgn="auto" hangingPunct="1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 charset="0"/>
          <a:ea typeface="Arial" charset="0"/>
          <a:cs typeface="Arial" charset="0"/>
        </a:defRPr>
      </a:lvl2pPr>
      <a:lvl3pPr algn="l" defTabSz="914400" fontAlgn="auto" hangingPunct="1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 charset="0"/>
          <a:ea typeface="Arial" charset="0"/>
          <a:cs typeface="Arial" charset="0"/>
        </a:defRPr>
      </a:lvl3pPr>
      <a:lvl4pPr algn="l" defTabSz="914400" fontAlgn="auto" hangingPunct="1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 charset="0"/>
          <a:ea typeface="Arial" charset="0"/>
          <a:cs typeface="Arial" charset="0"/>
        </a:defRPr>
      </a:lvl4pPr>
      <a:lvl5pPr algn="l" defTabSz="914400" fontAlgn="auto" hangingPunct="1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 charset="0"/>
          <a:ea typeface="Arial" charset="0"/>
          <a:cs typeface="Arial" charset="0"/>
        </a:defRPr>
      </a:lvl5pPr>
      <a:lvl6pPr algn="l" defTabSz="914400" fontAlgn="auto" hangingPunct="1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 charset="0"/>
          <a:ea typeface="Arial" charset="0"/>
          <a:cs typeface="Arial" charset="0"/>
        </a:defRPr>
      </a:lvl6pPr>
      <a:lvl7pPr algn="l" defTabSz="914400" fontAlgn="auto" hangingPunct="1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 charset="0"/>
          <a:ea typeface="Arial" charset="0"/>
          <a:cs typeface="Arial" charset="0"/>
        </a:defRPr>
      </a:lvl7pPr>
      <a:lvl8pPr algn="l" defTabSz="914400" fontAlgn="auto" hangingPunct="1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 charset="0"/>
          <a:ea typeface="Arial" charset="0"/>
          <a:cs typeface="Arial" charset="0"/>
        </a:defRPr>
      </a:lvl8pPr>
      <a:lvl9pPr algn="l" defTabSz="914400" fontAlgn="auto" hangingPunct="1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 charset="0"/>
          <a:ea typeface="Arial" charset="0"/>
          <a:cs typeface="Arial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5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github.com/shuvo881/Software-Testing-EDGE_2026-/tree/main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Combination"/>
          <p:cNvGrpSpPr>
            <a:grpSpLocks/>
          </p:cNvGrpSpPr>
          <p:nvPr/>
        </p:nvGrpSpPr>
        <p:grpSpPr>
          <a:xfrm>
            <a:off x="3100181" y="616944"/>
            <a:ext cx="5804025" cy="1185339"/>
            <a:chOff x="3100181" y="616944"/>
            <a:chExt cx="5804025" cy="1185339"/>
          </a:xfrm>
        </p:grpSpPr>
        <p:sp>
          <p:nvSpPr>
            <p:cNvPr id="30" name="Rectangles"/>
            <p:cNvSpPr>
              <a:spLocks/>
            </p:cNvSpPr>
            <p:nvPr/>
          </p:nvSpPr>
          <p:spPr>
            <a:xfrm>
              <a:off x="3100181" y="616944"/>
              <a:ext cx="5804025" cy="646290"/>
            </a:xfrm>
            <a:prstGeom prst="rect">
              <a:avLst/>
            </a:prstGeom>
            <a:noFill/>
            <a:ln w="12700" cap="flat" cmpd="sng">
              <a:noFill/>
              <a:prstDash val="solid"/>
              <a:round/>
            </a:ln>
          </p:spPr>
          <p:txBody>
            <a:bodyPr vert="horz" wrap="square" lIns="91425" tIns="45700" rIns="91425" bIns="45700" anchor="t" anchorCtr="0">
              <a:prstTxWarp prst="textNoShape">
                <a:avLst/>
              </a:prstTxWarp>
              <a:spAutoFit/>
            </a:bodyPr>
            <a:lstStyle/>
            <a:p>
              <a:pPr algn="ctr"/>
              <a:r>
                <a:rPr lang="en-US" altLang="zh-CN" sz="3600" b="1">
                  <a:latin typeface="Calibri" charset="0"/>
                  <a:ea typeface="Calibri" charset="0"/>
                  <a:cs typeface="Calibri" charset="0"/>
                  <a:sym typeface="Calibri" charset="0"/>
                </a:rPr>
                <a:t> Foundational Skills Program</a:t>
              </a:r>
              <a:endParaRPr lang="zh-CN" altLang="en-US" sz="1400" b="0" i="0" u="none" strike="noStrike" kern="0" cap="none" spc="0" baseline="0">
                <a:solidFill>
                  <a:srgbClr val="000000"/>
                </a:solidFill>
                <a:latin typeface="Arial" charset="0"/>
                <a:ea typeface="Arial" charset="0"/>
                <a:cs typeface="Arial" charset="0"/>
                <a:sym typeface="Arial" charset="0"/>
              </a:endParaRPr>
            </a:p>
          </p:txBody>
        </p:sp>
        <p:sp>
          <p:nvSpPr>
            <p:cNvPr id="31" name="Rectangles"/>
            <p:cNvSpPr>
              <a:spLocks/>
            </p:cNvSpPr>
            <p:nvPr/>
          </p:nvSpPr>
          <p:spPr>
            <a:xfrm>
              <a:off x="3357371" y="1279064"/>
              <a:ext cx="5289640" cy="523219"/>
            </a:xfrm>
            <a:prstGeom prst="rect">
              <a:avLst/>
            </a:prstGeom>
            <a:noFill/>
            <a:ln w="12700" cap="flat" cmpd="sng">
              <a:noFill/>
              <a:prstDash val="solid"/>
              <a:round/>
            </a:ln>
          </p:spPr>
          <p:txBody>
            <a:bodyPr vert="horz" wrap="square" lIns="91425" tIns="45700" rIns="91425" bIns="45700" anchor="t" anchorCtr="0">
              <a:prstTxWarp prst="textNoShape">
                <a:avLst/>
              </a:prstTxWarp>
              <a:spAutoFit/>
            </a:bodyPr>
            <a:lstStyle/>
            <a:p>
              <a:pPr algn="ctr"/>
              <a:r>
                <a:rPr lang="en-US" altLang="zh-CN" sz="2800" b="1">
                  <a:solidFill>
                    <a:srgbClr val="0070C0"/>
                  </a:solidFill>
                  <a:latin typeface="Calibri"/>
                  <a:ea typeface="Calibri"/>
                  <a:cs typeface="Calibri"/>
                  <a:sym typeface="Calibri" charset="0"/>
                </a:rPr>
                <a:t>Course Title: Software Testing</a:t>
              </a:r>
              <a:endParaRPr lang="zh-CN" altLang="en-US" sz="2800" b="1" i="0" u="none" strike="noStrike" kern="0" cap="none" spc="0" baseline="0">
                <a:solidFill>
                  <a:srgbClr val="0070C0"/>
                </a:solidFill>
                <a:latin typeface="Calibri" charset="0"/>
                <a:ea typeface="Calibri" charset="0"/>
                <a:cs typeface="Calibri" charset="0"/>
                <a:sym typeface="Calibri" charset="0"/>
              </a:endParaRPr>
            </a:p>
          </p:txBody>
        </p:sp>
      </p:grpSp>
      <p:sp>
        <p:nvSpPr>
          <p:cNvPr id="33" name="Rectangles"/>
          <p:cNvSpPr>
            <a:spLocks/>
          </p:cNvSpPr>
          <p:nvPr/>
        </p:nvSpPr>
        <p:spPr>
          <a:xfrm>
            <a:off x="3044119" y="3539400"/>
            <a:ext cx="5960874" cy="98484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91425" tIns="45700" rIns="91425" bIns="45700" anchor="t" anchorCtr="0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zh-CN" sz="2400" b="1">
                <a:latin typeface="Calibri"/>
                <a:cs typeface="Calibri"/>
              </a:rPr>
              <a:t>Md. Golam </a:t>
            </a:r>
            <a:r>
              <a:rPr lang="en-US" altLang="zh-CN" sz="2400" b="1" err="1">
                <a:latin typeface="Calibri"/>
                <a:cs typeface="Calibri"/>
              </a:rPr>
              <a:t>Mostofa</a:t>
            </a:r>
            <a:endParaRPr lang="en-US" altLang="zh-CN" sz="2400" b="1" i="0" u="none" strike="noStrike" kern="0" cap="none" spc="0" baseline="0">
              <a:solidFill>
                <a:srgbClr val="000000"/>
              </a:solidFill>
              <a:latin typeface="Calibri"/>
              <a:cs typeface="Calibri"/>
            </a:endParaRPr>
          </a:p>
          <a:p>
            <a:pPr algn="ctr"/>
            <a:r>
              <a:rPr lang="en-US" altLang="zh-CN">
                <a:latin typeface="Arial"/>
                <a:cs typeface="Arial"/>
              </a:rPr>
              <a:t>AI/ML-QA Engineer, </a:t>
            </a:r>
            <a:r>
              <a:rPr lang="en-US" altLang="zh-CN" err="1">
                <a:latin typeface="Arial"/>
                <a:cs typeface="Arial"/>
              </a:rPr>
              <a:t>Bizzntek</a:t>
            </a:r>
            <a:r>
              <a:rPr lang="en-US" altLang="zh-CN">
                <a:latin typeface="Arial"/>
                <a:cs typeface="Arial"/>
              </a:rPr>
              <a:t> Ltd</a:t>
            </a:r>
            <a:endParaRPr lang="en-US" altLang="zh-CN" sz="1400" b="0" i="0" u="none" strike="noStrike" kern="0" cap="none" spc="0" baseline="0">
              <a:solidFill>
                <a:srgbClr val="000000"/>
              </a:solidFill>
              <a:latin typeface="Arial"/>
              <a:cs typeface="Arial" charset="0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altLang="zh-CN" sz="2000" b="1">
              <a:ea typeface="Calibri"/>
              <a:cs typeface="Calibri"/>
            </a:endParaRPr>
          </a:p>
        </p:txBody>
      </p:sp>
      <p:pic>
        <p:nvPicPr>
          <p:cNvPr id="34" name="Images" descr="DUET"/>
          <p:cNvPicPr>
            <a:picLocks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5513169" y="1942006"/>
            <a:ext cx="875522" cy="875522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</p:pic>
      <p:sp>
        <p:nvSpPr>
          <p:cNvPr id="38" name="Rectangles"/>
          <p:cNvSpPr>
            <a:spLocks/>
          </p:cNvSpPr>
          <p:nvPr/>
        </p:nvSpPr>
        <p:spPr>
          <a:xfrm>
            <a:off x="4895958" y="2949269"/>
            <a:ext cx="2229649" cy="369291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91425" tIns="45700" rIns="91425" bIns="45700" anchor="t" anchorCtr="0">
            <a:prstTxWarp prst="textNoShape">
              <a:avLst/>
            </a:prstTxWarp>
            <a:sp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1800" b="1" i="0" u="none" strike="noStrike" kern="0" cap="none" spc="0" baseline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 charset="0"/>
              </a:rPr>
              <a:t>Date: </a:t>
            </a:r>
            <a:r>
              <a:rPr lang="en-US" altLang="zh-CN" sz="1800" b="1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 charset="0"/>
              </a:rPr>
              <a:t>April</a:t>
            </a:r>
            <a:r>
              <a:rPr lang="en-US" altLang="zh-CN" sz="1800" b="1" i="0" u="none" strike="noStrike" kern="0" cap="none" spc="0" baseline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 charset="0"/>
              </a:rPr>
              <a:t> </a:t>
            </a:r>
            <a:r>
              <a:rPr lang="en-US" altLang="zh-CN" sz="1800" b="1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 charset="0"/>
              </a:rPr>
              <a:t>19</a:t>
            </a:r>
            <a:r>
              <a:rPr lang="en-US" altLang="zh-CN" sz="1800" b="1" i="0" u="none" strike="noStrike" kern="0" cap="none" spc="0" baseline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 charset="0"/>
              </a:rPr>
              <a:t>, 2026</a:t>
            </a:r>
            <a:endParaRPr lang="zh-CN" altLang="en-US" sz="1400" b="0" i="0" u="none" strike="noStrike" kern="0" cap="none" spc="0" baseline="0">
              <a:solidFill>
                <a:srgbClr val="000000"/>
              </a:solidFill>
              <a:latin typeface="Calibri"/>
              <a:cs typeface="Calibri"/>
              <a:sym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10643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67A65D-EB55-4380-264C-42C40CA843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Arial"/>
                <a:cs typeface="Arial"/>
              </a:rPr>
              <a:t>Outline</a:t>
            </a:r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FCCB626-31E3-F1D1-9E5C-DCDFC8FBE23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algn="r"/>
            <a:fld id="{CAD2D6BD-DE1B-4B5F-8B41-2702339687B9}" type="slidenum">
              <a:rPr lang="en-US" altLang="zh-CN" smtClean="0">
                <a:solidFill>
                  <a:srgbClr val="888888"/>
                </a:solidFill>
                <a:ea typeface="Calibri" charset="0"/>
                <a:sym typeface="Calibri" charset="0"/>
              </a:rPr>
              <a:pPr algn="r"/>
              <a:t>2</a:t>
            </a:fld>
            <a:endParaRPr lang="zh-CN" altLang="en-US">
              <a:solidFill>
                <a:srgbClr val="888888"/>
              </a:solidFill>
              <a:ea typeface="Calibri" charset="0"/>
              <a:sym typeface="Calibri" charset="0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D543425-E61E-6525-D9DD-EB68BA8C681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457200" indent="-457200">
              <a:buAutoNum type="arabicPeriod"/>
            </a:pPr>
            <a:r>
              <a:rPr lang="en-US">
                <a:latin typeface="Arial"/>
                <a:cs typeface="Arial"/>
              </a:rPr>
              <a:t>Introducing Automation</a:t>
            </a:r>
          </a:p>
          <a:p>
            <a:pPr marL="457200" indent="-457200">
              <a:buAutoNum type="arabicPeriod"/>
            </a:pPr>
            <a:r>
              <a:rPr lang="en-US" dirty="0">
                <a:latin typeface="Arial"/>
                <a:cs typeface="Arial"/>
              </a:rPr>
              <a:t>Introducing </a:t>
            </a:r>
            <a:r>
              <a:rPr lang="en-US">
                <a:latin typeface="Arial"/>
                <a:cs typeface="Arial"/>
              </a:rPr>
              <a:t>Selenium</a:t>
            </a:r>
            <a:endParaRPr lang="en-US" dirty="0">
              <a:latin typeface="Arial"/>
              <a:cs typeface="Arial"/>
            </a:endParaRPr>
          </a:p>
          <a:p>
            <a:pPr marL="457200" indent="-457200">
              <a:buAutoNum type="arabicPeriod"/>
            </a:pPr>
            <a:r>
              <a:rPr lang="en-US">
                <a:latin typeface="Arial"/>
                <a:cs typeface="Arial"/>
              </a:rPr>
              <a:t>Environment Setup</a:t>
            </a:r>
            <a:endParaRPr lang="en-US"/>
          </a:p>
          <a:p>
            <a:pPr marL="457200" indent="-457200">
              <a:buAutoNum type="arabicPeriod"/>
            </a:pPr>
            <a:r>
              <a:rPr lang="en-US">
                <a:latin typeface="Arial"/>
                <a:cs typeface="Arial"/>
              </a:rPr>
              <a:t>Test EDGE Chatbot Automatically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13583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43840" y="121920"/>
            <a:ext cx="1097280" cy="975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2650" b="1" dirty="0">
              <a:solidFill>
                <a:srgbClr val="0E9F8E"/>
              </a:solidFill>
              <a:latin typeface="Arial Black"/>
            </a:endParaRPr>
          </a:p>
        </p:txBody>
      </p:sp>
      <p:sp>
        <p:nvSpPr>
          <p:cNvPr id="5" name="Text 3"/>
          <p:cNvSpPr/>
          <p:nvPr/>
        </p:nvSpPr>
        <p:spPr>
          <a:xfrm>
            <a:off x="1341120" y="146304"/>
            <a:ext cx="853440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467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Introducing Automation</a:t>
            </a:r>
            <a:endParaRPr lang="en-US" sz="3467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3200" y="182880"/>
            <a:ext cx="853440" cy="8534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65760" y="1463040"/>
            <a:ext cx="11460480" cy="13411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463040"/>
            <a:ext cx="85344" cy="1341120"/>
          </a:xfrm>
          <a:prstGeom prst="rect">
            <a:avLst/>
          </a:prstGeom>
          <a:solidFill>
            <a:srgbClr val="0E9F8E"/>
          </a:solidFill>
          <a:ln w="12700">
            <a:solidFill>
              <a:srgbClr val="0E9F8E"/>
            </a:solidFill>
            <a:prstDash val="solid"/>
          </a:ln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560" y="1645920"/>
            <a:ext cx="487680" cy="48768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341120" y="1524000"/>
            <a:ext cx="975360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b="1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Test Automation?</a:t>
            </a:r>
            <a:endParaRPr lang="en-US" sz="2000" dirty="0"/>
          </a:p>
        </p:txBody>
      </p:sp>
      <p:sp>
        <p:nvSpPr>
          <p:cNvPr id="11" name="Text 7"/>
          <p:cNvSpPr/>
          <p:nvPr/>
        </p:nvSpPr>
        <p:spPr>
          <a:xfrm>
            <a:off x="1341120" y="1950720"/>
            <a:ext cx="97536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software tools to execute pre-scripted tests on an application automatically — faster, more reliable, and repeatable than manual testing.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365760" y="3108960"/>
            <a:ext cx="3657600" cy="3169920"/>
          </a:xfrm>
          <a:prstGeom prst="rect">
            <a:avLst/>
          </a:prstGeom>
          <a:solidFill>
            <a:srgbClr val="1B3A5C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3291840"/>
            <a:ext cx="731520" cy="7315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65760" y="4145280"/>
            <a:ext cx="3657600" cy="4876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133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Speed</a:t>
            </a:r>
            <a:endParaRPr lang="en-US" sz="2133" dirty="0"/>
          </a:p>
        </p:txBody>
      </p:sp>
      <p:sp>
        <p:nvSpPr>
          <p:cNvPr id="15" name="Text 10"/>
          <p:cNvSpPr/>
          <p:nvPr/>
        </p:nvSpPr>
        <p:spPr>
          <a:xfrm>
            <a:off x="548640" y="4693920"/>
            <a:ext cx="3291840" cy="12192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67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thousands of tests in minutes vs hours manually</a:t>
            </a:r>
            <a:endParaRPr lang="en-US" sz="1467" dirty="0"/>
          </a:p>
        </p:txBody>
      </p:sp>
      <p:sp>
        <p:nvSpPr>
          <p:cNvPr id="16" name="Shape 11"/>
          <p:cNvSpPr/>
          <p:nvPr/>
        </p:nvSpPr>
        <p:spPr>
          <a:xfrm>
            <a:off x="4242816" y="3108960"/>
            <a:ext cx="3657600" cy="3169920"/>
          </a:xfrm>
          <a:prstGeom prst="rect">
            <a:avLst/>
          </a:prstGeom>
          <a:solidFill>
            <a:srgbClr val="0E9F8E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05856" y="3291840"/>
            <a:ext cx="731520" cy="7315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4242816" y="4145280"/>
            <a:ext cx="3657600" cy="4876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133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Repeatability</a:t>
            </a:r>
            <a:endParaRPr lang="en-US" sz="2133" dirty="0"/>
          </a:p>
        </p:txBody>
      </p:sp>
      <p:sp>
        <p:nvSpPr>
          <p:cNvPr id="19" name="Text 13"/>
          <p:cNvSpPr/>
          <p:nvPr/>
        </p:nvSpPr>
        <p:spPr>
          <a:xfrm>
            <a:off x="4425696" y="4693920"/>
            <a:ext cx="3291840" cy="12192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67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test executed identically every single run</a:t>
            </a:r>
            <a:endParaRPr lang="en-US" sz="1467" dirty="0"/>
          </a:p>
        </p:txBody>
      </p:sp>
      <p:sp>
        <p:nvSpPr>
          <p:cNvPr id="20" name="Shape 14"/>
          <p:cNvSpPr/>
          <p:nvPr/>
        </p:nvSpPr>
        <p:spPr>
          <a:xfrm>
            <a:off x="8119872" y="3108960"/>
            <a:ext cx="3657600" cy="3169920"/>
          </a:xfrm>
          <a:prstGeom prst="rect">
            <a:avLst/>
          </a:prstGeom>
          <a:solidFill>
            <a:srgbClr val="1B3A5C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82912" y="3291840"/>
            <a:ext cx="731520" cy="73152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8119872" y="4145280"/>
            <a:ext cx="3657600" cy="4876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133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Accuracy</a:t>
            </a:r>
            <a:endParaRPr lang="en-US" sz="2133" dirty="0"/>
          </a:p>
        </p:txBody>
      </p:sp>
      <p:sp>
        <p:nvSpPr>
          <p:cNvPr id="23" name="Text 16"/>
          <p:cNvSpPr/>
          <p:nvPr/>
        </p:nvSpPr>
        <p:spPr>
          <a:xfrm>
            <a:off x="8302752" y="4693920"/>
            <a:ext cx="3291840" cy="12192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67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human error — consistent and precise results</a:t>
            </a:r>
            <a:endParaRPr lang="en-US" sz="1467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43840" y="121920"/>
            <a:ext cx="1097280" cy="975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2650" b="1" dirty="0">
              <a:solidFill>
                <a:srgbClr val="0E9F8E"/>
              </a:solidFill>
              <a:latin typeface="Arial Black"/>
            </a:endParaRPr>
          </a:p>
        </p:txBody>
      </p:sp>
      <p:sp>
        <p:nvSpPr>
          <p:cNvPr id="5" name="Text 3"/>
          <p:cNvSpPr/>
          <p:nvPr/>
        </p:nvSpPr>
        <p:spPr>
          <a:xfrm>
            <a:off x="1341120" y="146304"/>
            <a:ext cx="853440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467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Introducing Selenium</a:t>
            </a:r>
            <a:endParaRPr lang="en-US" sz="3467" dirty="0"/>
          </a:p>
        </p:txBody>
      </p:sp>
      <p:sp>
        <p:nvSpPr>
          <p:cNvPr id="6" name="Shape 4"/>
          <p:cNvSpPr/>
          <p:nvPr/>
        </p:nvSpPr>
        <p:spPr>
          <a:xfrm>
            <a:off x="365760" y="1402080"/>
            <a:ext cx="5427785" cy="4720493"/>
          </a:xfrm>
          <a:prstGeom prst="rect">
            <a:avLst/>
          </a:prstGeom>
          <a:solidFill>
            <a:srgbClr val="1B3A5C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584960"/>
            <a:ext cx="670560" cy="6705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24000" y="1584960"/>
            <a:ext cx="426720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133" b="1" dirty="0">
                <a:solidFill>
                  <a:srgbClr val="0E9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Selenium?</a:t>
            </a:r>
            <a:endParaRPr lang="en-US" sz="2133" dirty="0"/>
          </a:p>
        </p:txBody>
      </p:sp>
      <p:sp>
        <p:nvSpPr>
          <p:cNvPr id="9" name="Text 6"/>
          <p:cNvSpPr/>
          <p:nvPr/>
        </p:nvSpPr>
        <p:spPr>
          <a:xfrm>
            <a:off x="548640" y="2377440"/>
            <a:ext cx="5120640" cy="18288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>
                <a:solidFill>
                  <a:srgbClr val="CBD5E0"/>
                </a:solidFill>
                <a:latin typeface="Calibri"/>
                <a:ea typeface="Calibri"/>
                <a:cs typeface="Calibri"/>
              </a:rPr>
              <a:t>Selenium is an open-source framework for automating web browsers. It enables you to programmatically control </a:t>
            </a:r>
            <a:r>
              <a:rPr lang="en-US" sz="1600">
                <a:solidFill>
                  <a:srgbClr val="CBD5E0"/>
                </a:solidFill>
                <a:latin typeface="Calibri"/>
                <a:ea typeface="Calibri"/>
                <a:cs typeface="Calibri"/>
              </a:rPr>
              <a:t>browsers like Chrome, Firefox, and Edge.</a:t>
            </a:r>
            <a:endParaRPr lang="en-US" sz="1600" dirty="0">
              <a:solidFill>
                <a:srgbClr val="CBD5E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548640" y="4328160"/>
            <a:ext cx="4998720" cy="487680"/>
          </a:xfrm>
          <a:prstGeom prst="rect">
            <a:avLst/>
          </a:prstGeom>
          <a:solidFill>
            <a:srgbClr val="0D1B2A"/>
          </a:solidFill>
          <a:ln w="12700">
            <a:solidFill>
              <a:srgbClr val="0E9F8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31520" y="4328160"/>
            <a:ext cx="4632960" cy="4876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WebDriver:  Core API for browser control</a:t>
            </a:r>
            <a:endParaRPr lang="en-US" sz="1467" dirty="0"/>
          </a:p>
        </p:txBody>
      </p:sp>
      <p:sp>
        <p:nvSpPr>
          <p:cNvPr id="12" name="Shape 9"/>
          <p:cNvSpPr/>
          <p:nvPr/>
        </p:nvSpPr>
        <p:spPr>
          <a:xfrm>
            <a:off x="548640" y="4913376"/>
            <a:ext cx="4998720" cy="487680"/>
          </a:xfrm>
          <a:prstGeom prst="rect">
            <a:avLst/>
          </a:prstGeom>
          <a:solidFill>
            <a:srgbClr val="0D1B2A"/>
          </a:solidFill>
          <a:ln w="12700">
            <a:solidFill>
              <a:srgbClr val="0E9F8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31520" y="4913376"/>
            <a:ext cx="4632960" cy="4876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Grid:  Parallel test execution</a:t>
            </a:r>
            <a:endParaRPr lang="en-US" sz="1467" dirty="0"/>
          </a:p>
        </p:txBody>
      </p:sp>
      <p:sp>
        <p:nvSpPr>
          <p:cNvPr id="14" name="Shape 11"/>
          <p:cNvSpPr/>
          <p:nvPr/>
        </p:nvSpPr>
        <p:spPr>
          <a:xfrm>
            <a:off x="548640" y="5498592"/>
            <a:ext cx="4998720" cy="487680"/>
          </a:xfrm>
          <a:prstGeom prst="rect">
            <a:avLst/>
          </a:prstGeom>
          <a:solidFill>
            <a:srgbClr val="0D1B2A"/>
          </a:solidFill>
          <a:ln w="12700">
            <a:solidFill>
              <a:srgbClr val="0E9F8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31520" y="5498592"/>
            <a:ext cx="4632960" cy="4876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IDE:  Record &amp; playback tool</a:t>
            </a:r>
            <a:endParaRPr lang="en-US" sz="1467" dirty="0"/>
          </a:p>
        </p:txBody>
      </p:sp>
      <p:sp>
        <p:nvSpPr>
          <p:cNvPr id="16" name="Text 13"/>
          <p:cNvSpPr/>
          <p:nvPr/>
        </p:nvSpPr>
        <p:spPr>
          <a:xfrm>
            <a:off x="6217920" y="1402080"/>
            <a:ext cx="560832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133" b="1" dirty="0">
                <a:solidFill>
                  <a:srgbClr val="0E9F8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Key Features</a:t>
            </a:r>
            <a:endParaRPr lang="en-US" sz="2133" dirty="0"/>
          </a:p>
        </p:txBody>
      </p:sp>
      <p:sp>
        <p:nvSpPr>
          <p:cNvPr id="17" name="Shape 14"/>
          <p:cNvSpPr/>
          <p:nvPr/>
        </p:nvSpPr>
        <p:spPr>
          <a:xfrm>
            <a:off x="6217920" y="2072640"/>
            <a:ext cx="5608320" cy="914400"/>
          </a:xfrm>
          <a:prstGeom prst="rect">
            <a:avLst/>
          </a:prstGeom>
          <a:solidFill>
            <a:srgbClr val="1B3A5C"/>
          </a:solidFill>
          <a:ln/>
          <a:effectLst>
            <a:outerShdw blurRad="63500" dist="25400" dir="8100000" algn="bl" rotWithShape="0">
              <a:srgbClr val="000000">
                <a:alpha val="25000"/>
              </a:srgbClr>
            </a:outerShdw>
          </a:effectLst>
        </p:spPr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2255520"/>
            <a:ext cx="548640" cy="54864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7132320" y="2133600"/>
            <a:ext cx="451104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733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Multi-language</a:t>
            </a:r>
            <a:endParaRPr lang="en-US" sz="1733" dirty="0"/>
          </a:p>
        </p:txBody>
      </p:sp>
      <p:sp>
        <p:nvSpPr>
          <p:cNvPr id="20" name="Text 16"/>
          <p:cNvSpPr/>
          <p:nvPr/>
        </p:nvSpPr>
        <p:spPr>
          <a:xfrm>
            <a:off x="7132320" y="2535936"/>
            <a:ext cx="451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Python, Java, C#, JS, Ruby</a:t>
            </a:r>
            <a:endParaRPr lang="en-US" sz="1467" dirty="0"/>
          </a:p>
        </p:txBody>
      </p:sp>
      <p:sp>
        <p:nvSpPr>
          <p:cNvPr id="21" name="Shape 17"/>
          <p:cNvSpPr/>
          <p:nvPr/>
        </p:nvSpPr>
        <p:spPr>
          <a:xfrm>
            <a:off x="6217920" y="3145536"/>
            <a:ext cx="5608320" cy="914400"/>
          </a:xfrm>
          <a:prstGeom prst="rect">
            <a:avLst/>
          </a:prstGeom>
          <a:solidFill>
            <a:srgbClr val="1B3A5C"/>
          </a:solidFill>
          <a:ln/>
          <a:effectLst>
            <a:outerShdw blurRad="63500" dist="25400" dir="8100000" algn="bl" rotWithShape="0">
              <a:srgbClr val="000000">
                <a:alpha val="25000"/>
              </a:srgbClr>
            </a:outerShdw>
          </a:effectLst>
        </p:spPr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3328416"/>
            <a:ext cx="548640" cy="548640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7132320" y="3206496"/>
            <a:ext cx="451104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733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Cross-browser</a:t>
            </a:r>
            <a:endParaRPr lang="en-US" sz="1733" dirty="0"/>
          </a:p>
        </p:txBody>
      </p:sp>
      <p:sp>
        <p:nvSpPr>
          <p:cNvPr id="24" name="Text 19"/>
          <p:cNvSpPr/>
          <p:nvPr/>
        </p:nvSpPr>
        <p:spPr>
          <a:xfrm>
            <a:off x="7132320" y="3608832"/>
            <a:ext cx="451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Chrome, Firefox, Edge, Safari</a:t>
            </a:r>
            <a:endParaRPr lang="en-US" sz="1467" dirty="0"/>
          </a:p>
        </p:txBody>
      </p:sp>
      <p:sp>
        <p:nvSpPr>
          <p:cNvPr id="25" name="Shape 20"/>
          <p:cNvSpPr/>
          <p:nvPr/>
        </p:nvSpPr>
        <p:spPr>
          <a:xfrm>
            <a:off x="6217920" y="4218432"/>
            <a:ext cx="5608320" cy="914400"/>
          </a:xfrm>
          <a:prstGeom prst="rect">
            <a:avLst/>
          </a:prstGeom>
          <a:solidFill>
            <a:srgbClr val="1B3A5C"/>
          </a:solidFill>
          <a:ln/>
          <a:effectLst>
            <a:outerShdw blurRad="63500" dist="25400" dir="8100000" algn="bl" rotWithShape="0">
              <a:srgbClr val="000000">
                <a:alpha val="25000"/>
              </a:srgbClr>
            </a:outerShdw>
          </a:effectLst>
        </p:spPr>
      </p:sp>
      <p:pic>
        <p:nvPicPr>
          <p:cNvPr id="2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0" y="4401312"/>
            <a:ext cx="548640" cy="54864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7132320" y="4279392"/>
            <a:ext cx="451104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733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Cross-platform</a:t>
            </a:r>
            <a:endParaRPr lang="en-US" sz="1733" dirty="0"/>
          </a:p>
        </p:txBody>
      </p:sp>
      <p:sp>
        <p:nvSpPr>
          <p:cNvPr id="28" name="Text 22"/>
          <p:cNvSpPr/>
          <p:nvPr/>
        </p:nvSpPr>
        <p:spPr>
          <a:xfrm>
            <a:off x="7132320" y="4681728"/>
            <a:ext cx="451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Windows, Mac, Linux</a:t>
            </a:r>
            <a:endParaRPr lang="en-US" sz="1467" dirty="0"/>
          </a:p>
        </p:txBody>
      </p:sp>
      <p:sp>
        <p:nvSpPr>
          <p:cNvPr id="29" name="Shape 23"/>
          <p:cNvSpPr/>
          <p:nvPr/>
        </p:nvSpPr>
        <p:spPr>
          <a:xfrm>
            <a:off x="6217920" y="5203405"/>
            <a:ext cx="5608320" cy="914400"/>
          </a:xfrm>
          <a:prstGeom prst="rect">
            <a:avLst/>
          </a:prstGeom>
          <a:solidFill>
            <a:srgbClr val="1B3A5C"/>
          </a:solidFill>
          <a:ln/>
          <a:effectLst>
            <a:outerShdw blurRad="63500" dist="25400" dir="8100000" algn="bl" rotWithShape="0">
              <a:srgbClr val="000000">
                <a:alpha val="25000"/>
              </a:srgbClr>
            </a:outerShdw>
          </a:effectLst>
        </p:spPr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0" y="5474208"/>
            <a:ext cx="548640" cy="548640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7132320" y="5352288"/>
            <a:ext cx="451104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733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Source</a:t>
            </a:r>
            <a:endParaRPr lang="en-US" sz="1733" dirty="0"/>
          </a:p>
        </p:txBody>
      </p:sp>
      <p:sp>
        <p:nvSpPr>
          <p:cNvPr id="32" name="Text 25"/>
          <p:cNvSpPr/>
          <p:nvPr/>
        </p:nvSpPr>
        <p:spPr>
          <a:xfrm>
            <a:off x="7132320" y="5754624"/>
            <a:ext cx="451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with large community</a:t>
            </a:r>
            <a:endParaRPr lang="en-US" sz="1467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D7FB9C-35FF-C347-C093-ACF27818E4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21DA9E3-6346-1581-CE2B-F430ADA50F8D}"/>
              </a:ext>
            </a:extLst>
          </p:cNvPr>
          <p:cNvSpPr/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6EBBFFF-A364-ECC5-0099-F6504A35F824}"/>
              </a:ext>
            </a:extLst>
          </p:cNvPr>
          <p:cNvSpPr/>
          <p:nvPr/>
        </p:nvSpPr>
        <p:spPr>
          <a:xfrm>
            <a:off x="243840" y="121920"/>
            <a:ext cx="1097280" cy="975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2650" b="1" dirty="0">
              <a:solidFill>
                <a:srgbClr val="0E9F8E"/>
              </a:solidFill>
              <a:latin typeface="Arial Black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B638EF46-CEB0-E1BE-D06D-87BB22B99E70}"/>
              </a:ext>
            </a:extLst>
          </p:cNvPr>
          <p:cNvSpPr/>
          <p:nvPr/>
        </p:nvSpPr>
        <p:spPr>
          <a:xfrm>
            <a:off x="1341120" y="146304"/>
            <a:ext cx="853440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450" b="1" dirty="0">
                <a:solidFill>
                  <a:srgbClr val="FFFFFF"/>
                </a:solidFill>
                <a:latin typeface="Arial Black"/>
                <a:cs typeface="Arial"/>
              </a:rPr>
              <a:t>Pre-</a:t>
            </a:r>
            <a:r>
              <a:rPr lang="en-US" sz="3450" b="1">
                <a:solidFill>
                  <a:srgbClr val="FFFFFF"/>
                </a:solidFill>
                <a:latin typeface="Arial Black"/>
                <a:cs typeface="Arial"/>
              </a:rPr>
              <a:t>Requisites</a:t>
            </a:r>
            <a:endParaRPr lang="en-US" sz="3450" b="1" dirty="0">
              <a:solidFill>
                <a:srgbClr val="FFFFFF"/>
              </a:solidFill>
              <a:latin typeface="Arial Black"/>
              <a:cs typeface="Arial"/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D392B568-D39A-BA86-C77D-C9C7610A8F90}"/>
              </a:ext>
            </a:extLst>
          </p:cNvPr>
          <p:cNvSpPr/>
          <p:nvPr/>
        </p:nvSpPr>
        <p:spPr>
          <a:xfrm>
            <a:off x="365760" y="1431387"/>
            <a:ext cx="5427785" cy="4720493"/>
          </a:xfrm>
          <a:prstGeom prst="rect">
            <a:avLst/>
          </a:prstGeom>
          <a:solidFill>
            <a:srgbClr val="1B3A5C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D4AF4659-6FDC-0498-A623-07663B9014A3}"/>
              </a:ext>
            </a:extLst>
          </p:cNvPr>
          <p:cNvSpPr/>
          <p:nvPr/>
        </p:nvSpPr>
        <p:spPr>
          <a:xfrm>
            <a:off x="6217920" y="1402080"/>
            <a:ext cx="560832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133" b="1" dirty="0">
                <a:solidFill>
                  <a:srgbClr val="0E9F8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Key Features</a:t>
            </a:r>
            <a:endParaRPr lang="en-US" sz="2133" dirty="0"/>
          </a:p>
        </p:txBody>
      </p:sp>
      <p:sp>
        <p:nvSpPr>
          <p:cNvPr id="17" name="Shape 14">
            <a:extLst>
              <a:ext uri="{FF2B5EF4-FFF2-40B4-BE49-F238E27FC236}">
                <a16:creationId xmlns:a16="http://schemas.microsoft.com/office/drawing/2014/main" id="{D30F7929-9819-B77C-F82D-56F18CBCCC53}"/>
              </a:ext>
            </a:extLst>
          </p:cNvPr>
          <p:cNvSpPr/>
          <p:nvPr/>
        </p:nvSpPr>
        <p:spPr>
          <a:xfrm>
            <a:off x="6217920" y="2072640"/>
            <a:ext cx="5608320" cy="914400"/>
          </a:xfrm>
          <a:prstGeom prst="rect">
            <a:avLst/>
          </a:prstGeom>
          <a:solidFill>
            <a:srgbClr val="1B3A5C"/>
          </a:solidFill>
          <a:ln/>
          <a:effectLst>
            <a:outerShdw blurRad="63500" dist="25400" dir="8100000" algn="bl" rotWithShape="0">
              <a:srgbClr val="000000">
                <a:alpha val="25000"/>
              </a:srgbClr>
            </a:outerShdw>
          </a:effectLst>
        </p:spPr>
      </p:sp>
      <p:pic>
        <p:nvPicPr>
          <p:cNvPr id="18" name="Image 1" descr="preencoded.png">
            <a:extLst>
              <a:ext uri="{FF2B5EF4-FFF2-40B4-BE49-F238E27FC236}">
                <a16:creationId xmlns:a16="http://schemas.microsoft.com/office/drawing/2014/main" id="{AC64393A-F005-5CB7-1F41-C59C3E462A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255520"/>
            <a:ext cx="548640" cy="548640"/>
          </a:xfrm>
          <a:prstGeom prst="rect">
            <a:avLst/>
          </a:prstGeom>
        </p:spPr>
      </p:pic>
      <p:sp>
        <p:nvSpPr>
          <p:cNvPr id="19" name="Text 15">
            <a:extLst>
              <a:ext uri="{FF2B5EF4-FFF2-40B4-BE49-F238E27FC236}">
                <a16:creationId xmlns:a16="http://schemas.microsoft.com/office/drawing/2014/main" id="{D9790591-5E3E-CF51-AB21-85A951BD6ECD}"/>
              </a:ext>
            </a:extLst>
          </p:cNvPr>
          <p:cNvSpPr/>
          <p:nvPr/>
        </p:nvSpPr>
        <p:spPr>
          <a:xfrm>
            <a:off x="7132320" y="2250831"/>
            <a:ext cx="451104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err="1">
                <a:solidFill>
                  <a:schemeClr val="bg1"/>
                </a:solidFill>
                <a:latin typeface="Times New Roman"/>
                <a:cs typeface="Times New Roman"/>
              </a:rPr>
              <a:t>Ollama</a:t>
            </a:r>
            <a:r>
              <a:rPr lang="en-US" dirty="0">
                <a:solidFill>
                  <a:schemeClr val="bg1"/>
                </a:solidFill>
                <a:latin typeface="Times New Roman"/>
                <a:cs typeface="Times New Roman"/>
              </a:rPr>
              <a:t> install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1" name="Shape 17">
            <a:extLst>
              <a:ext uri="{FF2B5EF4-FFF2-40B4-BE49-F238E27FC236}">
                <a16:creationId xmlns:a16="http://schemas.microsoft.com/office/drawing/2014/main" id="{78FA6027-C51B-F2AC-AA98-3B77AEEB6494}"/>
              </a:ext>
            </a:extLst>
          </p:cNvPr>
          <p:cNvSpPr/>
          <p:nvPr/>
        </p:nvSpPr>
        <p:spPr>
          <a:xfrm>
            <a:off x="6217920" y="3145536"/>
            <a:ext cx="5608320" cy="914400"/>
          </a:xfrm>
          <a:prstGeom prst="rect">
            <a:avLst/>
          </a:prstGeom>
          <a:solidFill>
            <a:srgbClr val="1B3A5C"/>
          </a:solidFill>
          <a:ln/>
          <a:effectLst>
            <a:outerShdw blurRad="63500" dist="25400" dir="8100000" algn="bl" rotWithShape="0">
              <a:srgbClr val="000000">
                <a:alpha val="25000"/>
              </a:srgbClr>
            </a:outerShdw>
          </a:effectLst>
        </p:spPr>
      </p:sp>
      <p:pic>
        <p:nvPicPr>
          <p:cNvPr id="22" name="Image 2" descr="preencoded.png">
            <a:extLst>
              <a:ext uri="{FF2B5EF4-FFF2-40B4-BE49-F238E27FC236}">
                <a16:creationId xmlns:a16="http://schemas.microsoft.com/office/drawing/2014/main" id="{3067CE15-9193-CF3C-2DEB-F28A145E78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3328416"/>
            <a:ext cx="548640" cy="548640"/>
          </a:xfrm>
          <a:prstGeom prst="rect">
            <a:avLst/>
          </a:prstGeom>
        </p:spPr>
      </p:pic>
      <p:sp>
        <p:nvSpPr>
          <p:cNvPr id="23" name="Text 18">
            <a:extLst>
              <a:ext uri="{FF2B5EF4-FFF2-40B4-BE49-F238E27FC236}">
                <a16:creationId xmlns:a16="http://schemas.microsoft.com/office/drawing/2014/main" id="{692ADA18-B8D4-51C7-E920-A8E65E7DC024}"/>
              </a:ext>
            </a:extLst>
          </p:cNvPr>
          <p:cNvSpPr/>
          <p:nvPr/>
        </p:nvSpPr>
        <p:spPr>
          <a:xfrm>
            <a:off x="7132320" y="3323727"/>
            <a:ext cx="451104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>
                <a:solidFill>
                  <a:srgbClr val="FFFFFF"/>
                </a:solidFill>
                <a:latin typeface="Arial"/>
                <a:cs typeface="Arial"/>
              </a:rPr>
              <a:t>Chrome</a:t>
            </a:r>
            <a:r>
              <a:rPr lang="en-US" dirty="0">
                <a:solidFill>
                  <a:srgbClr val="FFFFFF"/>
                </a:solidFill>
                <a:latin typeface="Arial"/>
                <a:cs typeface="Arial"/>
              </a:rPr>
              <a:t>-browser</a:t>
            </a:r>
            <a:endParaRPr lang="en-US">
              <a:cs typeface="Arial"/>
            </a:endParaRPr>
          </a:p>
        </p:txBody>
      </p:sp>
      <p:sp>
        <p:nvSpPr>
          <p:cNvPr id="25" name="Shape 20">
            <a:extLst>
              <a:ext uri="{FF2B5EF4-FFF2-40B4-BE49-F238E27FC236}">
                <a16:creationId xmlns:a16="http://schemas.microsoft.com/office/drawing/2014/main" id="{2F01B905-8812-AB0B-13FA-2D8F7E00D7B5}"/>
              </a:ext>
            </a:extLst>
          </p:cNvPr>
          <p:cNvSpPr/>
          <p:nvPr/>
        </p:nvSpPr>
        <p:spPr>
          <a:xfrm>
            <a:off x="6217920" y="4218432"/>
            <a:ext cx="5608320" cy="914400"/>
          </a:xfrm>
          <a:prstGeom prst="rect">
            <a:avLst/>
          </a:prstGeom>
          <a:solidFill>
            <a:srgbClr val="1B3A5C"/>
          </a:solidFill>
          <a:ln/>
          <a:effectLst>
            <a:outerShdw blurRad="63500" dist="25400" dir="8100000" algn="bl" rotWithShape="0">
              <a:srgbClr val="000000">
                <a:alpha val="25000"/>
              </a:srgbClr>
            </a:outerShdw>
          </a:effectLst>
        </p:spPr>
      </p:sp>
      <p:pic>
        <p:nvPicPr>
          <p:cNvPr id="26" name="Image 3" descr="preencoded.png">
            <a:extLst>
              <a:ext uri="{FF2B5EF4-FFF2-40B4-BE49-F238E27FC236}">
                <a16:creationId xmlns:a16="http://schemas.microsoft.com/office/drawing/2014/main" id="{1873CE3F-6324-A274-52EB-B0A3A9DCDC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4401312"/>
            <a:ext cx="548640" cy="548640"/>
          </a:xfrm>
          <a:prstGeom prst="rect">
            <a:avLst/>
          </a:prstGeom>
        </p:spPr>
      </p:pic>
      <p:sp>
        <p:nvSpPr>
          <p:cNvPr id="27" name="Text 21">
            <a:extLst>
              <a:ext uri="{FF2B5EF4-FFF2-40B4-BE49-F238E27FC236}">
                <a16:creationId xmlns:a16="http://schemas.microsoft.com/office/drawing/2014/main" id="{127AF279-6601-39C5-2EC4-3E6A4B074928}"/>
              </a:ext>
            </a:extLst>
          </p:cNvPr>
          <p:cNvSpPr/>
          <p:nvPr/>
        </p:nvSpPr>
        <p:spPr>
          <a:xfrm>
            <a:off x="7132320" y="4279392"/>
            <a:ext cx="451104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>
                <a:solidFill>
                  <a:schemeClr val="bg1"/>
                </a:solidFill>
                <a:latin typeface="Times New Roman"/>
                <a:cs typeface="Times New Roman"/>
              </a:rPr>
              <a:t>Llama3.2:1b</a:t>
            </a:r>
            <a:endParaRPr lang="en-US">
              <a:solidFill>
                <a:schemeClr val="bg1"/>
              </a:solidFill>
              <a:cs typeface="Arial"/>
            </a:endParaRPr>
          </a:p>
        </p:txBody>
      </p:sp>
      <p:sp>
        <p:nvSpPr>
          <p:cNvPr id="29" name="Shape 23">
            <a:extLst>
              <a:ext uri="{FF2B5EF4-FFF2-40B4-BE49-F238E27FC236}">
                <a16:creationId xmlns:a16="http://schemas.microsoft.com/office/drawing/2014/main" id="{FBECDCB8-9D58-3900-71C8-F261A1497DFE}"/>
              </a:ext>
            </a:extLst>
          </p:cNvPr>
          <p:cNvSpPr/>
          <p:nvPr/>
        </p:nvSpPr>
        <p:spPr>
          <a:xfrm>
            <a:off x="6217920" y="5203405"/>
            <a:ext cx="5608320" cy="914400"/>
          </a:xfrm>
          <a:prstGeom prst="rect">
            <a:avLst/>
          </a:prstGeom>
          <a:solidFill>
            <a:srgbClr val="1B3A5C"/>
          </a:solidFill>
          <a:ln/>
          <a:effectLst>
            <a:outerShdw blurRad="63500" dist="25400" dir="8100000" algn="bl" rotWithShape="0">
              <a:srgbClr val="000000">
                <a:alpha val="25000"/>
              </a:srgbClr>
            </a:outerShdw>
          </a:effectLst>
        </p:spPr>
      </p:sp>
      <p:pic>
        <p:nvPicPr>
          <p:cNvPr id="30" name="Image 4" descr="preencoded.png">
            <a:extLst>
              <a:ext uri="{FF2B5EF4-FFF2-40B4-BE49-F238E27FC236}">
                <a16:creationId xmlns:a16="http://schemas.microsoft.com/office/drawing/2014/main" id="{D155163D-22AA-E35C-AA1A-26CC782F02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0" y="5474208"/>
            <a:ext cx="548640" cy="548640"/>
          </a:xfrm>
          <a:prstGeom prst="rect">
            <a:avLst/>
          </a:prstGeom>
        </p:spPr>
      </p:pic>
      <p:sp>
        <p:nvSpPr>
          <p:cNvPr id="31" name="Text 24">
            <a:extLst>
              <a:ext uri="{FF2B5EF4-FFF2-40B4-BE49-F238E27FC236}">
                <a16:creationId xmlns:a16="http://schemas.microsoft.com/office/drawing/2014/main" id="{7CC024EF-745F-A094-F980-ACE5807528A1}"/>
              </a:ext>
            </a:extLst>
          </p:cNvPr>
          <p:cNvSpPr/>
          <p:nvPr/>
        </p:nvSpPr>
        <p:spPr>
          <a:xfrm>
            <a:off x="7132320" y="5352288"/>
            <a:ext cx="451104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>
                <a:solidFill>
                  <a:schemeClr val="bg1"/>
                </a:solidFill>
                <a:latin typeface="Times New Roman"/>
                <a:cs typeface="Times New Roman"/>
              </a:rPr>
              <a:t>Nomic-embed-text</a:t>
            </a:r>
            <a:endParaRPr lang="en-US">
              <a:solidFill>
                <a:schemeClr val="bg1"/>
              </a:solidFill>
              <a:cs typeface="Arial"/>
            </a:endParaRPr>
          </a:p>
        </p:txBody>
      </p:sp>
      <p:pic>
        <p:nvPicPr>
          <p:cNvPr id="36" name="Picture 35" descr="A computer screen with white text&#10;&#10;AI-generated content may be incorrect.">
            <a:extLst>
              <a:ext uri="{FF2B5EF4-FFF2-40B4-BE49-F238E27FC236}">
                <a16:creationId xmlns:a16="http://schemas.microsoft.com/office/drawing/2014/main" id="{EC359689-643E-DABA-15CA-C14496B263F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3414" y="2067414"/>
            <a:ext cx="4980597" cy="2889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27713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43840" y="121920"/>
            <a:ext cx="1097280" cy="975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2650" b="1" dirty="0">
              <a:solidFill>
                <a:srgbClr val="0E9F8E"/>
              </a:solidFill>
              <a:latin typeface="Arial Black"/>
            </a:endParaRPr>
          </a:p>
        </p:txBody>
      </p:sp>
      <p:sp>
        <p:nvSpPr>
          <p:cNvPr id="5" name="Text 3"/>
          <p:cNvSpPr/>
          <p:nvPr/>
        </p:nvSpPr>
        <p:spPr>
          <a:xfrm>
            <a:off x="1341120" y="146304"/>
            <a:ext cx="853440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450" b="1">
                <a:solidFill>
                  <a:srgbClr val="FFFFFF"/>
                </a:solidFill>
                <a:latin typeface="Arial Black"/>
                <a:ea typeface="Arial Black" pitchFamily="34" charset="-122"/>
                <a:cs typeface="Arial Black" pitchFamily="34" charset="-120"/>
              </a:rPr>
              <a:t>Environment Setup</a:t>
            </a:r>
            <a:endParaRPr lang="en-US" sz="3467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3200" y="182880"/>
            <a:ext cx="853440" cy="8534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65760" y="1341120"/>
            <a:ext cx="5608320" cy="23164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341120"/>
            <a:ext cx="85344" cy="2316480"/>
          </a:xfrm>
          <a:prstGeom prst="rect">
            <a:avLst/>
          </a:prstGeom>
          <a:solidFill>
            <a:srgbClr val="0E9F8E"/>
          </a:solidFill>
          <a:ln w="12700">
            <a:solidFill>
              <a:srgbClr val="0E9F8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85216" y="1560576"/>
            <a:ext cx="609600" cy="609600"/>
          </a:xfrm>
          <a:prstGeom prst="ellipse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85216" y="1560576"/>
            <a:ext cx="6096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67" b="1" dirty="0">
                <a:solidFill>
                  <a:srgbClr val="0E9F8E"/>
                </a:solidFill>
              </a:rPr>
              <a:t>1</a:t>
            </a:r>
            <a:endParaRPr lang="en-US" sz="1867" dirty="0"/>
          </a:p>
        </p:txBody>
      </p:sp>
      <p:sp>
        <p:nvSpPr>
          <p:cNvPr id="11" name="Text 8"/>
          <p:cNvSpPr/>
          <p:nvPr/>
        </p:nvSpPr>
        <p:spPr>
          <a:xfrm>
            <a:off x="1365504" y="1560576"/>
            <a:ext cx="438912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733" b="1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 Python &amp; pip</a:t>
            </a:r>
            <a:endParaRPr lang="en-US" sz="1733" dirty="0"/>
          </a:p>
        </p:txBody>
      </p:sp>
      <p:sp>
        <p:nvSpPr>
          <p:cNvPr id="12" name="Shape 9"/>
          <p:cNvSpPr/>
          <p:nvPr/>
        </p:nvSpPr>
        <p:spPr>
          <a:xfrm>
            <a:off x="609600" y="2097024"/>
            <a:ext cx="5120640" cy="7924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31520" y="2097024"/>
            <a:ext cx="4876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67" dirty="0">
                <a:solidFill>
                  <a:srgbClr val="14C4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--version</a:t>
            </a:r>
            <a:endParaRPr lang="en-US" sz="1267" dirty="0"/>
          </a:p>
          <a:p>
            <a:pPr marL="0" indent="0">
              <a:buNone/>
            </a:pPr>
            <a:r>
              <a:rPr lang="en-US" sz="1267" dirty="0">
                <a:solidFill>
                  <a:srgbClr val="14C4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 --version</a:t>
            </a:r>
            <a:endParaRPr lang="en-US" sz="1267" dirty="0"/>
          </a:p>
        </p:txBody>
      </p:sp>
      <p:sp>
        <p:nvSpPr>
          <p:cNvPr id="14" name="Text 11"/>
          <p:cNvSpPr/>
          <p:nvPr/>
        </p:nvSpPr>
        <p:spPr>
          <a:xfrm>
            <a:off x="609600" y="2962656"/>
            <a:ext cx="499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Python 3.x from python.org. pip comes bundled.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278880" y="1341120"/>
            <a:ext cx="5608320" cy="23164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278880" y="1341120"/>
            <a:ext cx="85344" cy="2316480"/>
          </a:xfrm>
          <a:prstGeom prst="rect">
            <a:avLst/>
          </a:prstGeom>
          <a:solidFill>
            <a:srgbClr val="0E9F8E"/>
          </a:solidFill>
          <a:ln w="12700">
            <a:solidFill>
              <a:srgbClr val="0E9F8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498336" y="1560576"/>
            <a:ext cx="609600" cy="609600"/>
          </a:xfrm>
          <a:prstGeom prst="ellipse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98336" y="1560576"/>
            <a:ext cx="6096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67" b="1" dirty="0">
                <a:solidFill>
                  <a:srgbClr val="0E9F8E"/>
                </a:solidFill>
              </a:rPr>
              <a:t>2</a:t>
            </a:r>
            <a:endParaRPr lang="en-US" sz="1867" dirty="0"/>
          </a:p>
        </p:txBody>
      </p:sp>
      <p:sp>
        <p:nvSpPr>
          <p:cNvPr id="19" name="Text 16"/>
          <p:cNvSpPr/>
          <p:nvPr/>
        </p:nvSpPr>
        <p:spPr>
          <a:xfrm>
            <a:off x="7278624" y="1560576"/>
            <a:ext cx="438912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733" b="1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 Selenium</a:t>
            </a:r>
            <a:endParaRPr lang="en-US" sz="1733" dirty="0"/>
          </a:p>
        </p:txBody>
      </p:sp>
      <p:sp>
        <p:nvSpPr>
          <p:cNvPr id="20" name="Shape 17"/>
          <p:cNvSpPr/>
          <p:nvPr/>
        </p:nvSpPr>
        <p:spPr>
          <a:xfrm>
            <a:off x="6522720" y="2097024"/>
            <a:ext cx="5120640" cy="7924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644640" y="2097024"/>
            <a:ext cx="4876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67" dirty="0">
                <a:solidFill>
                  <a:srgbClr val="14C4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 install selenium</a:t>
            </a:r>
            <a:endParaRPr lang="en-US" sz="1267" dirty="0"/>
          </a:p>
        </p:txBody>
      </p:sp>
      <p:sp>
        <p:nvSpPr>
          <p:cNvPr id="22" name="Text 19"/>
          <p:cNvSpPr/>
          <p:nvPr/>
        </p:nvSpPr>
        <p:spPr>
          <a:xfrm>
            <a:off x="6522720" y="2962656"/>
            <a:ext cx="499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Install via pip the official Python package manager.</a:t>
            </a:r>
            <a:endParaRPr lang="en-US" sz="1400">
              <a:latin typeface="Calibri"/>
              <a:ea typeface="Calibri"/>
              <a:cs typeface="Calibri"/>
            </a:endParaRPr>
          </a:p>
        </p:txBody>
      </p:sp>
      <p:sp>
        <p:nvSpPr>
          <p:cNvPr id="23" name="Shape 20"/>
          <p:cNvSpPr/>
          <p:nvPr/>
        </p:nvSpPr>
        <p:spPr>
          <a:xfrm>
            <a:off x="404836" y="3901440"/>
            <a:ext cx="5569244" cy="2179711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365760" y="3901440"/>
            <a:ext cx="85344" cy="2316480"/>
          </a:xfrm>
          <a:prstGeom prst="rect">
            <a:avLst/>
          </a:prstGeom>
          <a:solidFill>
            <a:srgbClr val="0E9F8E"/>
          </a:solidFill>
          <a:ln w="12700">
            <a:solidFill>
              <a:srgbClr val="0E9F8E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85216" y="4120896"/>
            <a:ext cx="609600" cy="609600"/>
          </a:xfrm>
          <a:prstGeom prst="ellipse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85216" y="4120896"/>
            <a:ext cx="6096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67" b="1" dirty="0">
                <a:solidFill>
                  <a:srgbClr val="0E9F8E"/>
                </a:solidFill>
              </a:rPr>
              <a:t>3</a:t>
            </a:r>
            <a:endParaRPr lang="en-US" sz="1867" dirty="0"/>
          </a:p>
        </p:txBody>
      </p:sp>
      <p:sp>
        <p:nvSpPr>
          <p:cNvPr id="27" name="Text 24"/>
          <p:cNvSpPr/>
          <p:nvPr/>
        </p:nvSpPr>
        <p:spPr>
          <a:xfrm>
            <a:off x="1365504" y="4120896"/>
            <a:ext cx="438912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733" b="1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 WebDriver</a:t>
            </a:r>
            <a:endParaRPr lang="en-US" sz="1733" dirty="0"/>
          </a:p>
        </p:txBody>
      </p:sp>
      <p:sp>
        <p:nvSpPr>
          <p:cNvPr id="28" name="Shape 25"/>
          <p:cNvSpPr/>
          <p:nvPr/>
        </p:nvSpPr>
        <p:spPr>
          <a:xfrm>
            <a:off x="609600" y="4657344"/>
            <a:ext cx="5120640" cy="7924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31520" y="4657344"/>
            <a:ext cx="4876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67" dirty="0">
                <a:solidFill>
                  <a:srgbClr val="14C4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 install webdriver-manager</a:t>
            </a:r>
            <a:endParaRPr lang="en-US" sz="1267" dirty="0"/>
          </a:p>
        </p:txBody>
      </p:sp>
      <p:sp>
        <p:nvSpPr>
          <p:cNvPr id="30" name="Text 27"/>
          <p:cNvSpPr/>
          <p:nvPr/>
        </p:nvSpPr>
        <p:spPr>
          <a:xfrm>
            <a:off x="609600" y="5522976"/>
            <a:ext cx="499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Handles ChromeDriver / EdgeDriver automatically.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6317956" y="3901440"/>
            <a:ext cx="5569244" cy="2179711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6210495" y="3901440"/>
            <a:ext cx="114653" cy="2179711"/>
          </a:xfrm>
          <a:prstGeom prst="rect">
            <a:avLst/>
          </a:prstGeom>
          <a:solidFill>
            <a:srgbClr val="0E9F8E"/>
          </a:solidFill>
          <a:ln w="12700">
            <a:solidFill>
              <a:srgbClr val="0E9F8E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6498336" y="4120896"/>
            <a:ext cx="609600" cy="609600"/>
          </a:xfrm>
          <a:prstGeom prst="ellipse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498336" y="4120896"/>
            <a:ext cx="6096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67" b="1" dirty="0">
                <a:solidFill>
                  <a:srgbClr val="0E9F8E"/>
                </a:solidFill>
              </a:rPr>
              <a:t>4</a:t>
            </a:r>
            <a:endParaRPr lang="en-US" sz="1867" dirty="0"/>
          </a:p>
        </p:txBody>
      </p:sp>
      <p:sp>
        <p:nvSpPr>
          <p:cNvPr id="35" name="Text 32"/>
          <p:cNvSpPr/>
          <p:nvPr/>
        </p:nvSpPr>
        <p:spPr>
          <a:xfrm>
            <a:off x="7278624" y="4120896"/>
            <a:ext cx="438912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733" b="1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Setup</a:t>
            </a:r>
            <a:endParaRPr lang="en-US" sz="1733" dirty="0"/>
          </a:p>
        </p:txBody>
      </p:sp>
      <p:sp>
        <p:nvSpPr>
          <p:cNvPr id="36" name="Shape 33"/>
          <p:cNvSpPr/>
          <p:nvPr/>
        </p:nvSpPr>
        <p:spPr>
          <a:xfrm>
            <a:off x="6522720" y="4657344"/>
            <a:ext cx="5120640" cy="7924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644640" y="4657344"/>
            <a:ext cx="4876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67" dirty="0">
                <a:solidFill>
                  <a:srgbClr val="14C4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selenium import webdriver</a:t>
            </a:r>
            <a:endParaRPr lang="en-US" sz="1267" dirty="0"/>
          </a:p>
          <a:p>
            <a:pPr marL="0" indent="0">
              <a:buNone/>
            </a:pPr>
            <a:r>
              <a:rPr lang="en-US" sz="1267" dirty="0">
                <a:solidFill>
                  <a:srgbClr val="14C4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driver = webdriver.Edge()</a:t>
            </a:r>
            <a:endParaRPr lang="en-US" sz="1267" dirty="0"/>
          </a:p>
        </p:txBody>
      </p:sp>
      <p:sp>
        <p:nvSpPr>
          <p:cNvPr id="38" name="Text 35"/>
          <p:cNvSpPr/>
          <p:nvPr/>
        </p:nvSpPr>
        <p:spPr>
          <a:xfrm>
            <a:off x="6522720" y="5522976"/>
            <a:ext cx="499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 quick smoke test to confirm everything works.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9319832-0894-C0A2-CC14-8B1D4F5530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1F57C28-8BD7-C0CD-95EF-741A242C6BC4}"/>
              </a:ext>
            </a:extLst>
          </p:cNvPr>
          <p:cNvSpPr/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A304380-DECA-FD38-F92E-81ACB74B08FF}"/>
              </a:ext>
            </a:extLst>
          </p:cNvPr>
          <p:cNvSpPr/>
          <p:nvPr/>
        </p:nvSpPr>
        <p:spPr>
          <a:xfrm>
            <a:off x="243840" y="121920"/>
            <a:ext cx="1097280" cy="975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2650" b="1" dirty="0">
              <a:solidFill>
                <a:srgbClr val="0E9F8E"/>
              </a:solidFill>
              <a:latin typeface="Arial Black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3DBC439-92F0-F30B-1791-69A0BC6826AC}"/>
              </a:ext>
            </a:extLst>
          </p:cNvPr>
          <p:cNvSpPr/>
          <p:nvPr/>
        </p:nvSpPr>
        <p:spPr>
          <a:xfrm>
            <a:off x="246966" y="126766"/>
            <a:ext cx="9061938" cy="970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450" b="1">
                <a:solidFill>
                  <a:srgbClr val="FFFFFF"/>
                </a:solidFill>
                <a:latin typeface="Arial Black"/>
                <a:ea typeface="Arial Black" pitchFamily="34" charset="-122"/>
                <a:cs typeface="Arial Black" pitchFamily="34" charset="-120"/>
              </a:rPr>
              <a:t>Environment Setup For EDEG Chatbot</a:t>
            </a:r>
            <a:endParaRPr lang="en-US" sz="3467" dirty="0"/>
          </a:p>
        </p:txBody>
      </p:sp>
      <p:pic>
        <p:nvPicPr>
          <p:cNvPr id="6" name="Image 0" descr="preencoded.png">
            <a:extLst>
              <a:ext uri="{FF2B5EF4-FFF2-40B4-BE49-F238E27FC236}">
                <a16:creationId xmlns:a16="http://schemas.microsoft.com/office/drawing/2014/main" id="{43AC9FDC-5936-A9FB-6B93-E684E41BDE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3200" y="182880"/>
            <a:ext cx="853440" cy="853440"/>
          </a:xfrm>
          <a:prstGeom prst="rect">
            <a:avLst/>
          </a:prstGeom>
        </p:spPr>
      </p:pic>
      <p:sp>
        <p:nvSpPr>
          <p:cNvPr id="7" name="Shape 4">
            <a:extLst>
              <a:ext uri="{FF2B5EF4-FFF2-40B4-BE49-F238E27FC236}">
                <a16:creationId xmlns:a16="http://schemas.microsoft.com/office/drawing/2014/main" id="{677CFE6F-31C5-F675-82ED-C474F984D80F}"/>
              </a:ext>
            </a:extLst>
          </p:cNvPr>
          <p:cNvSpPr/>
          <p:nvPr/>
        </p:nvSpPr>
        <p:spPr>
          <a:xfrm>
            <a:off x="365760" y="1341120"/>
            <a:ext cx="5608320" cy="23164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5120DF90-25FF-96FF-C96C-F756E34EAD3A}"/>
              </a:ext>
            </a:extLst>
          </p:cNvPr>
          <p:cNvSpPr/>
          <p:nvPr/>
        </p:nvSpPr>
        <p:spPr>
          <a:xfrm>
            <a:off x="365760" y="1341120"/>
            <a:ext cx="85344" cy="2316480"/>
          </a:xfrm>
          <a:prstGeom prst="rect">
            <a:avLst/>
          </a:prstGeom>
          <a:solidFill>
            <a:srgbClr val="0E9F8E"/>
          </a:solidFill>
          <a:ln w="12700">
            <a:solidFill>
              <a:srgbClr val="0E9F8E"/>
            </a:solidFill>
            <a:prstDash val="solid"/>
          </a:ln>
        </p:spPr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6AD906F5-1C35-CA82-936C-5864EE498A95}"/>
              </a:ext>
            </a:extLst>
          </p:cNvPr>
          <p:cNvSpPr/>
          <p:nvPr/>
        </p:nvSpPr>
        <p:spPr>
          <a:xfrm>
            <a:off x="585216" y="1560576"/>
            <a:ext cx="609600" cy="609600"/>
          </a:xfrm>
          <a:prstGeom prst="ellipse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E28AC285-BB1F-6953-18E1-09323160DDB5}"/>
              </a:ext>
            </a:extLst>
          </p:cNvPr>
          <p:cNvSpPr/>
          <p:nvPr/>
        </p:nvSpPr>
        <p:spPr>
          <a:xfrm>
            <a:off x="585216" y="1560576"/>
            <a:ext cx="6096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67" b="1" dirty="0">
                <a:solidFill>
                  <a:srgbClr val="0E9F8E"/>
                </a:solidFill>
              </a:rPr>
              <a:t>1</a:t>
            </a:r>
            <a:endParaRPr lang="en-US" sz="1867" dirty="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CBDE1F14-4FC6-2278-19EE-A57F566FB83C}"/>
              </a:ext>
            </a:extLst>
          </p:cNvPr>
          <p:cNvSpPr/>
          <p:nvPr/>
        </p:nvSpPr>
        <p:spPr>
          <a:xfrm>
            <a:off x="1365504" y="1560576"/>
            <a:ext cx="438912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700" b="1" dirty="0">
                <a:solidFill>
                  <a:srgbClr val="1A202C"/>
                </a:solidFill>
                <a:cs typeface="Arial"/>
              </a:rPr>
              <a:t>Create Virtual </a:t>
            </a:r>
            <a:r>
              <a:rPr lang="en-US" sz="1700" b="1">
                <a:solidFill>
                  <a:srgbClr val="1A202C"/>
                </a:solidFill>
                <a:cs typeface="Arial"/>
              </a:rPr>
              <a:t>Environment &amp; Active</a:t>
            </a:r>
            <a:endParaRPr lang="en-US" sz="1700" b="1" dirty="0">
              <a:solidFill>
                <a:srgbClr val="1A202C"/>
              </a:solidFill>
              <a:cs typeface="Arial"/>
            </a:endParaRPr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906AB8E5-68A9-07CC-4995-553161CC5F76}"/>
              </a:ext>
            </a:extLst>
          </p:cNvPr>
          <p:cNvSpPr/>
          <p:nvPr/>
        </p:nvSpPr>
        <p:spPr>
          <a:xfrm>
            <a:off x="609600" y="2097024"/>
            <a:ext cx="5120640" cy="7924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27B4A6C7-4D7A-D3ED-A239-B1411A211443}"/>
              </a:ext>
            </a:extLst>
          </p:cNvPr>
          <p:cNvSpPr/>
          <p:nvPr/>
        </p:nvSpPr>
        <p:spPr>
          <a:xfrm>
            <a:off x="731520" y="2097024"/>
            <a:ext cx="4876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50" dirty="0">
                <a:solidFill>
                  <a:srgbClr val="14C4B0"/>
                </a:solidFill>
                <a:latin typeface="Consolas"/>
                <a:ea typeface="Consolas" pitchFamily="34" charset="-122"/>
                <a:cs typeface="Consolas" pitchFamily="34" charset="-120"/>
              </a:rPr>
              <a:t>python –m </a:t>
            </a:r>
            <a:r>
              <a:rPr lang="en-US" sz="1250" dirty="0" err="1">
                <a:solidFill>
                  <a:srgbClr val="14C4B0"/>
                </a:solidFill>
                <a:latin typeface="Consolas"/>
                <a:ea typeface="Consolas" pitchFamily="34" charset="-122"/>
                <a:cs typeface="Consolas" pitchFamily="34" charset="-120"/>
              </a:rPr>
              <a:t>venv</a:t>
            </a:r>
            <a:r>
              <a:rPr lang="en-US" sz="1250" dirty="0">
                <a:solidFill>
                  <a:srgbClr val="14C4B0"/>
                </a:solidFill>
                <a:latin typeface="Consolas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250" dirty="0" err="1">
                <a:solidFill>
                  <a:srgbClr val="14C4B0"/>
                </a:solidFill>
                <a:latin typeface="Consolas"/>
                <a:ea typeface="Consolas" pitchFamily="34" charset="-122"/>
                <a:cs typeface="Consolas" pitchFamily="34" charset="-120"/>
              </a:rPr>
              <a:t>venv</a:t>
            </a:r>
            <a:endParaRPr lang="en-US" sz="1267" dirty="0" err="1"/>
          </a:p>
          <a:p>
            <a:pPr marL="0" indent="0">
              <a:buNone/>
            </a:pPr>
            <a:r>
              <a:rPr lang="en-US" sz="1250" dirty="0" err="1">
                <a:solidFill>
                  <a:srgbClr val="14C4B0"/>
                </a:solidFill>
                <a:latin typeface="Consolas"/>
              </a:rPr>
              <a:t>venv</a:t>
            </a:r>
            <a:r>
              <a:rPr lang="en-US" sz="1250" dirty="0">
                <a:solidFill>
                  <a:srgbClr val="14C4B0"/>
                </a:solidFill>
                <a:latin typeface="Consolas"/>
              </a:rPr>
              <a:t>/Script/active</a:t>
            </a:r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479D2A0C-3665-0AE6-1F73-86961F290484}"/>
              </a:ext>
            </a:extLst>
          </p:cNvPr>
          <p:cNvSpPr/>
          <p:nvPr/>
        </p:nvSpPr>
        <p:spPr>
          <a:xfrm>
            <a:off x="609600" y="2962656"/>
            <a:ext cx="499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dirty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Download the </a:t>
            </a:r>
            <a:r>
              <a:rPr lang="en-US" sz="1400" dirty="0">
                <a:solidFill>
                  <a:srgbClr val="64748B"/>
                </a:solidFill>
                <a:latin typeface="Calibri"/>
                <a:ea typeface="Calibri"/>
                <a:cs typeface="Calibri"/>
                <a:hlinkClick r:id="rId4"/>
              </a:rPr>
              <a:t>EDEG Chatbot</a:t>
            </a:r>
            <a:r>
              <a:rPr lang="en-US" sz="140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first</a:t>
            </a:r>
            <a:endParaRPr lang="en-US" sz="1400">
              <a:latin typeface="Calibri"/>
              <a:ea typeface="Calibri"/>
              <a:cs typeface="Calibri"/>
            </a:endParaRPr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5AF72C83-1DB0-6457-61A6-B4FC0122B249}"/>
              </a:ext>
            </a:extLst>
          </p:cNvPr>
          <p:cNvSpPr/>
          <p:nvPr/>
        </p:nvSpPr>
        <p:spPr>
          <a:xfrm>
            <a:off x="6278880" y="1341120"/>
            <a:ext cx="5608320" cy="23164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3760C2F2-CD5E-7661-CBCE-70C873486C3B}"/>
              </a:ext>
            </a:extLst>
          </p:cNvPr>
          <p:cNvSpPr/>
          <p:nvPr/>
        </p:nvSpPr>
        <p:spPr>
          <a:xfrm>
            <a:off x="6278880" y="1341120"/>
            <a:ext cx="85344" cy="2316480"/>
          </a:xfrm>
          <a:prstGeom prst="rect">
            <a:avLst/>
          </a:prstGeom>
          <a:solidFill>
            <a:srgbClr val="0E9F8E"/>
          </a:solidFill>
          <a:ln w="12700">
            <a:solidFill>
              <a:srgbClr val="0E9F8E"/>
            </a:solidFill>
            <a:prstDash val="solid"/>
          </a:ln>
        </p:spPr>
      </p:sp>
      <p:sp>
        <p:nvSpPr>
          <p:cNvPr id="17" name="Shape 14">
            <a:extLst>
              <a:ext uri="{FF2B5EF4-FFF2-40B4-BE49-F238E27FC236}">
                <a16:creationId xmlns:a16="http://schemas.microsoft.com/office/drawing/2014/main" id="{1049652E-3A18-F494-9AC2-D7523E274D2E}"/>
              </a:ext>
            </a:extLst>
          </p:cNvPr>
          <p:cNvSpPr/>
          <p:nvPr/>
        </p:nvSpPr>
        <p:spPr>
          <a:xfrm>
            <a:off x="6498336" y="1560576"/>
            <a:ext cx="609600" cy="609600"/>
          </a:xfrm>
          <a:prstGeom prst="ellipse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AD3EAE22-4772-A05E-AD5A-6203218D4349}"/>
              </a:ext>
            </a:extLst>
          </p:cNvPr>
          <p:cNvSpPr/>
          <p:nvPr/>
        </p:nvSpPr>
        <p:spPr>
          <a:xfrm>
            <a:off x="6498336" y="1560576"/>
            <a:ext cx="6096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67" b="1" dirty="0">
                <a:solidFill>
                  <a:srgbClr val="0E9F8E"/>
                </a:solidFill>
              </a:rPr>
              <a:t>2</a:t>
            </a:r>
            <a:endParaRPr lang="en-US" sz="1867" dirty="0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35A748E0-90D3-9408-68B2-57E126616246}"/>
              </a:ext>
            </a:extLst>
          </p:cNvPr>
          <p:cNvSpPr/>
          <p:nvPr/>
        </p:nvSpPr>
        <p:spPr>
          <a:xfrm>
            <a:off x="7278624" y="1560576"/>
            <a:ext cx="438912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700" b="1">
                <a:solidFill>
                  <a:srgbClr val="1A202C"/>
                </a:solidFill>
                <a:latin typeface="Arial"/>
                <a:ea typeface="Arial" pitchFamily="34" charset="-122"/>
                <a:cs typeface="Arial"/>
              </a:rPr>
              <a:t>Install Requirements</a:t>
            </a:r>
            <a:endParaRPr lang="en-US" sz="1700" b="1">
              <a:solidFill>
                <a:srgbClr val="1A202C"/>
              </a:solidFill>
              <a:latin typeface="Arial"/>
              <a:cs typeface="Arial"/>
            </a:endParaRPr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C9F72451-787D-E05C-1A88-178246AD5E12}"/>
              </a:ext>
            </a:extLst>
          </p:cNvPr>
          <p:cNvSpPr/>
          <p:nvPr/>
        </p:nvSpPr>
        <p:spPr>
          <a:xfrm>
            <a:off x="6522720" y="2097024"/>
            <a:ext cx="5120640" cy="7924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F7EEE96A-2A86-52C1-E2C7-78F31DB2BE2D}"/>
              </a:ext>
            </a:extLst>
          </p:cNvPr>
          <p:cNvSpPr/>
          <p:nvPr/>
        </p:nvSpPr>
        <p:spPr>
          <a:xfrm>
            <a:off x="6644640" y="2097024"/>
            <a:ext cx="4876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50" dirty="0">
                <a:solidFill>
                  <a:srgbClr val="14C4B0"/>
                </a:solidFill>
                <a:latin typeface="Consolas"/>
                <a:ea typeface="Consolas" pitchFamily="34" charset="-122"/>
                <a:cs typeface="Consolas" pitchFamily="34" charset="-120"/>
              </a:rPr>
              <a:t>pip install –r </a:t>
            </a:r>
            <a:r>
              <a:rPr lang="en-US" sz="1250">
                <a:solidFill>
                  <a:srgbClr val="14C4B0"/>
                </a:solidFill>
                <a:latin typeface="Consolas"/>
                <a:ea typeface="Consolas" pitchFamily="34" charset="-122"/>
                <a:cs typeface="Consolas" pitchFamily="34" charset="-120"/>
              </a:rPr>
              <a:t>requirements.txt</a:t>
            </a:r>
            <a:endParaRPr lang="en-US" sz="1250">
              <a:latin typeface="Consolas"/>
            </a:endParaRPr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50E5677E-17B2-2C7D-818A-DACA294BCA9F}"/>
              </a:ext>
            </a:extLst>
          </p:cNvPr>
          <p:cNvSpPr/>
          <p:nvPr/>
        </p:nvSpPr>
        <p:spPr>
          <a:xfrm>
            <a:off x="6522720" y="2962656"/>
            <a:ext cx="499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Install the Python packages.</a:t>
            </a:r>
            <a:endParaRPr lang="en-US" sz="1400">
              <a:latin typeface="Calibri"/>
              <a:ea typeface="Calibri"/>
              <a:cs typeface="Calibri"/>
            </a:endParaRPr>
          </a:p>
        </p:txBody>
      </p:sp>
      <p:sp>
        <p:nvSpPr>
          <p:cNvPr id="23" name="Shape 20">
            <a:extLst>
              <a:ext uri="{FF2B5EF4-FFF2-40B4-BE49-F238E27FC236}">
                <a16:creationId xmlns:a16="http://schemas.microsoft.com/office/drawing/2014/main" id="{6129B378-4FCA-CE2C-2D24-F886B3483C02}"/>
              </a:ext>
            </a:extLst>
          </p:cNvPr>
          <p:cNvSpPr/>
          <p:nvPr/>
        </p:nvSpPr>
        <p:spPr>
          <a:xfrm>
            <a:off x="404836" y="3901440"/>
            <a:ext cx="5569244" cy="2179711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5E42A0EF-4BD7-AC52-BBA3-0366C84DDBF0}"/>
              </a:ext>
            </a:extLst>
          </p:cNvPr>
          <p:cNvSpPr/>
          <p:nvPr/>
        </p:nvSpPr>
        <p:spPr>
          <a:xfrm>
            <a:off x="365760" y="3901440"/>
            <a:ext cx="85344" cy="2316480"/>
          </a:xfrm>
          <a:prstGeom prst="rect">
            <a:avLst/>
          </a:prstGeom>
          <a:solidFill>
            <a:srgbClr val="0E9F8E"/>
          </a:solidFill>
          <a:ln w="12700">
            <a:solidFill>
              <a:srgbClr val="0E9F8E"/>
            </a:solidFill>
            <a:prstDash val="solid"/>
          </a:ln>
        </p:spPr>
      </p:sp>
      <p:sp>
        <p:nvSpPr>
          <p:cNvPr id="25" name="Shape 22">
            <a:extLst>
              <a:ext uri="{FF2B5EF4-FFF2-40B4-BE49-F238E27FC236}">
                <a16:creationId xmlns:a16="http://schemas.microsoft.com/office/drawing/2014/main" id="{D4469F6A-2BA4-76E8-9D98-CBA686B35EE3}"/>
              </a:ext>
            </a:extLst>
          </p:cNvPr>
          <p:cNvSpPr/>
          <p:nvPr/>
        </p:nvSpPr>
        <p:spPr>
          <a:xfrm>
            <a:off x="585216" y="4120896"/>
            <a:ext cx="609600" cy="609600"/>
          </a:xfrm>
          <a:prstGeom prst="ellipse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402B1E92-645F-E23A-A272-3F835235AAC3}"/>
              </a:ext>
            </a:extLst>
          </p:cNvPr>
          <p:cNvSpPr/>
          <p:nvPr/>
        </p:nvSpPr>
        <p:spPr>
          <a:xfrm>
            <a:off x="585216" y="4120896"/>
            <a:ext cx="6096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67" b="1" dirty="0">
                <a:solidFill>
                  <a:srgbClr val="0E9F8E"/>
                </a:solidFill>
              </a:rPr>
              <a:t>3</a:t>
            </a:r>
            <a:endParaRPr lang="en-US" sz="1867" dirty="0"/>
          </a:p>
        </p:txBody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D4F6D143-F737-A457-B4C5-B08007D3F9C9}"/>
              </a:ext>
            </a:extLst>
          </p:cNvPr>
          <p:cNvSpPr/>
          <p:nvPr/>
        </p:nvSpPr>
        <p:spPr>
          <a:xfrm>
            <a:off x="1365504" y="4120896"/>
            <a:ext cx="438912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700" b="1">
                <a:solidFill>
                  <a:srgbClr val="1A202C"/>
                </a:solidFill>
                <a:cs typeface="Arial"/>
              </a:rPr>
              <a:t>Run the Chatbot</a:t>
            </a:r>
            <a:endParaRPr lang="en-US" sz="1700" b="1" dirty="0">
              <a:solidFill>
                <a:srgbClr val="1A202C"/>
              </a:solidFill>
              <a:cs typeface="Arial"/>
            </a:endParaRPr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F723A71F-5920-D796-F2A0-7AC4F9632E8D}"/>
              </a:ext>
            </a:extLst>
          </p:cNvPr>
          <p:cNvSpPr/>
          <p:nvPr/>
        </p:nvSpPr>
        <p:spPr>
          <a:xfrm>
            <a:off x="609600" y="4657344"/>
            <a:ext cx="5120640" cy="7924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A063ED2A-1D34-2C24-5D22-376635734A4C}"/>
              </a:ext>
            </a:extLst>
          </p:cNvPr>
          <p:cNvSpPr/>
          <p:nvPr/>
        </p:nvSpPr>
        <p:spPr>
          <a:xfrm>
            <a:off x="731520" y="4657344"/>
            <a:ext cx="4876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50">
                <a:solidFill>
                  <a:srgbClr val="14C4B0"/>
                </a:solidFill>
                <a:latin typeface="Arial"/>
                <a:cs typeface="Arial"/>
              </a:rPr>
              <a:t>python</a:t>
            </a:r>
            <a:r>
              <a:rPr lang="en-US" sz="1250" dirty="0">
                <a:solidFill>
                  <a:srgbClr val="14C4B0"/>
                </a:solidFill>
                <a:latin typeface="Arial"/>
                <a:cs typeface="Arial"/>
              </a:rPr>
              <a:t> </a:t>
            </a:r>
            <a:r>
              <a:rPr lang="en-US" sz="1250" dirty="0">
                <a:solidFill>
                  <a:srgbClr val="14C4B0"/>
                </a:solidFill>
                <a:ea typeface="+mn-lt"/>
                <a:cs typeface="+mn-lt"/>
              </a:rPr>
              <a:t>indexing.py</a:t>
            </a:r>
            <a:endParaRPr lang="en-US" sz="1250" dirty="0">
              <a:solidFill>
                <a:srgbClr val="14C4B0"/>
              </a:solidFill>
              <a:latin typeface="Consolas"/>
            </a:endParaRPr>
          </a:p>
          <a:p>
            <a:r>
              <a:rPr lang="en-US" sz="1250" dirty="0" err="1">
                <a:solidFill>
                  <a:srgbClr val="14C4B0"/>
                </a:solidFill>
                <a:ea typeface="+mn-lt"/>
                <a:cs typeface="+mn-lt"/>
              </a:rPr>
              <a:t>streamlit</a:t>
            </a:r>
            <a:r>
              <a:rPr lang="en-US" sz="1250" dirty="0">
                <a:solidFill>
                  <a:srgbClr val="14C4B0"/>
                </a:solidFill>
                <a:ea typeface="+mn-lt"/>
                <a:cs typeface="+mn-lt"/>
              </a:rPr>
              <a:t> run app.py</a:t>
            </a:r>
            <a:endParaRPr lang="en-US" dirty="0">
              <a:ea typeface="+mn-lt"/>
              <a:cs typeface="+mn-lt"/>
            </a:endParaRPr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F0E8EC31-7868-D13C-BA0D-68DC9CBAFB71}"/>
              </a:ext>
            </a:extLst>
          </p:cNvPr>
          <p:cNvSpPr/>
          <p:nvPr/>
        </p:nvSpPr>
        <p:spPr>
          <a:xfrm>
            <a:off x="609600" y="5522976"/>
            <a:ext cx="499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Navigate: </a:t>
            </a:r>
            <a:r>
              <a:rPr lang="en-US" sz="1400" dirty="0">
                <a:solidFill>
                  <a:srgbClr val="64748B"/>
                </a:solidFill>
                <a:ea typeface="+mn-lt"/>
                <a:cs typeface="+mn-lt"/>
              </a:rPr>
              <a:t>http://localhost:8501/</a:t>
            </a:r>
            <a:endParaRPr lang="en-US" sz="1400" dirty="0">
              <a:solidFill>
                <a:srgbClr val="64748B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A5BC6527-29C4-FA8B-F397-7A02F1FB7E51}"/>
              </a:ext>
            </a:extLst>
          </p:cNvPr>
          <p:cNvSpPr/>
          <p:nvPr/>
        </p:nvSpPr>
        <p:spPr>
          <a:xfrm>
            <a:off x="6317956" y="3901440"/>
            <a:ext cx="5569244" cy="2179711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2" name="Shape 29">
            <a:extLst>
              <a:ext uri="{FF2B5EF4-FFF2-40B4-BE49-F238E27FC236}">
                <a16:creationId xmlns:a16="http://schemas.microsoft.com/office/drawing/2014/main" id="{819EBD98-B44C-AF3E-E146-7954513B2101}"/>
              </a:ext>
            </a:extLst>
          </p:cNvPr>
          <p:cNvSpPr/>
          <p:nvPr/>
        </p:nvSpPr>
        <p:spPr>
          <a:xfrm>
            <a:off x="6210495" y="3901440"/>
            <a:ext cx="114653" cy="2179711"/>
          </a:xfrm>
          <a:prstGeom prst="rect">
            <a:avLst/>
          </a:prstGeom>
          <a:solidFill>
            <a:srgbClr val="0E9F8E"/>
          </a:solidFill>
          <a:ln w="12700">
            <a:solidFill>
              <a:srgbClr val="0E9F8E"/>
            </a:solidFill>
            <a:prstDash val="solid"/>
          </a:ln>
        </p:spPr>
      </p:sp>
      <p:sp>
        <p:nvSpPr>
          <p:cNvPr id="33" name="Shape 30">
            <a:extLst>
              <a:ext uri="{FF2B5EF4-FFF2-40B4-BE49-F238E27FC236}">
                <a16:creationId xmlns:a16="http://schemas.microsoft.com/office/drawing/2014/main" id="{7FDE688B-674D-A71F-F955-C9D250A718DB}"/>
              </a:ext>
            </a:extLst>
          </p:cNvPr>
          <p:cNvSpPr/>
          <p:nvPr/>
        </p:nvSpPr>
        <p:spPr>
          <a:xfrm>
            <a:off x="6498336" y="4120896"/>
            <a:ext cx="609600" cy="609600"/>
          </a:xfrm>
          <a:prstGeom prst="ellipse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4" name="Text 31">
            <a:extLst>
              <a:ext uri="{FF2B5EF4-FFF2-40B4-BE49-F238E27FC236}">
                <a16:creationId xmlns:a16="http://schemas.microsoft.com/office/drawing/2014/main" id="{BC44ED6E-63D9-387A-F617-486F049B03EB}"/>
              </a:ext>
            </a:extLst>
          </p:cNvPr>
          <p:cNvSpPr/>
          <p:nvPr/>
        </p:nvSpPr>
        <p:spPr>
          <a:xfrm>
            <a:off x="6498336" y="4120896"/>
            <a:ext cx="6096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67" b="1" dirty="0">
                <a:solidFill>
                  <a:srgbClr val="0E9F8E"/>
                </a:solidFill>
              </a:rPr>
              <a:t>4</a:t>
            </a:r>
            <a:endParaRPr lang="en-US" sz="1867" dirty="0"/>
          </a:p>
        </p:txBody>
      </p:sp>
      <p:sp>
        <p:nvSpPr>
          <p:cNvPr id="35" name="Text 32">
            <a:extLst>
              <a:ext uri="{FF2B5EF4-FFF2-40B4-BE49-F238E27FC236}">
                <a16:creationId xmlns:a16="http://schemas.microsoft.com/office/drawing/2014/main" id="{5381CB72-32BB-648F-9A92-9571F9C37362}"/>
              </a:ext>
            </a:extLst>
          </p:cNvPr>
          <p:cNvSpPr/>
          <p:nvPr/>
        </p:nvSpPr>
        <p:spPr>
          <a:xfrm>
            <a:off x="7278624" y="4120896"/>
            <a:ext cx="438912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700" b="1">
                <a:solidFill>
                  <a:srgbClr val="1A202C"/>
                </a:solidFill>
                <a:cs typeface="Arial"/>
              </a:rPr>
              <a:t>Test the </a:t>
            </a:r>
            <a:r>
              <a:rPr lang="en-US" sz="1700" b="1" err="1">
                <a:solidFill>
                  <a:srgbClr val="1A202C"/>
                </a:solidFill>
                <a:cs typeface="Arial"/>
              </a:rPr>
              <a:t>Chatbo</a:t>
            </a:r>
            <a:r>
              <a:rPr lang="en-US" sz="1700" b="1">
                <a:solidFill>
                  <a:srgbClr val="1A202C"/>
                </a:solidFill>
                <a:cs typeface="Arial"/>
              </a:rPr>
              <a:t>t</a:t>
            </a:r>
            <a:endParaRPr lang="en-US" sz="1700" b="1" dirty="0">
              <a:solidFill>
                <a:srgbClr val="1A202C"/>
              </a:solidFill>
              <a:cs typeface="Arial"/>
            </a:endParaRPr>
          </a:p>
        </p:txBody>
      </p:sp>
      <p:sp>
        <p:nvSpPr>
          <p:cNvPr id="36" name="Shape 33">
            <a:extLst>
              <a:ext uri="{FF2B5EF4-FFF2-40B4-BE49-F238E27FC236}">
                <a16:creationId xmlns:a16="http://schemas.microsoft.com/office/drawing/2014/main" id="{7C2DE416-1734-A5AC-8D69-232878224BA1}"/>
              </a:ext>
            </a:extLst>
          </p:cNvPr>
          <p:cNvSpPr/>
          <p:nvPr/>
        </p:nvSpPr>
        <p:spPr>
          <a:xfrm>
            <a:off x="6522720" y="4657344"/>
            <a:ext cx="5120640" cy="7924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7" name="Text 34">
            <a:extLst>
              <a:ext uri="{FF2B5EF4-FFF2-40B4-BE49-F238E27FC236}">
                <a16:creationId xmlns:a16="http://schemas.microsoft.com/office/drawing/2014/main" id="{48AC0A46-15E0-1510-E5CC-5B58EFC352C2}"/>
              </a:ext>
            </a:extLst>
          </p:cNvPr>
          <p:cNvSpPr/>
          <p:nvPr/>
        </p:nvSpPr>
        <p:spPr>
          <a:xfrm>
            <a:off x="6644640" y="4657344"/>
            <a:ext cx="4876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50" dirty="0">
                <a:solidFill>
                  <a:srgbClr val="14C4B0"/>
                </a:solidFill>
                <a:latin typeface="Consolas"/>
              </a:rPr>
              <a:t>python </a:t>
            </a:r>
            <a:r>
              <a:rPr lang="en-US" sz="1250">
                <a:solidFill>
                  <a:srgbClr val="14C4B0"/>
                </a:solidFill>
                <a:ea typeface="+mn-lt"/>
                <a:cs typeface="+mn-lt"/>
              </a:rPr>
              <a:t>fill_test_sheet.py</a:t>
            </a:r>
            <a:endParaRPr lang="en-US" sz="1250">
              <a:solidFill>
                <a:srgbClr val="14C4B0"/>
              </a:solidFill>
              <a:latin typeface="Consolas"/>
            </a:endParaRPr>
          </a:p>
        </p:txBody>
      </p:sp>
      <p:sp>
        <p:nvSpPr>
          <p:cNvPr id="38" name="Text 35">
            <a:extLst>
              <a:ext uri="{FF2B5EF4-FFF2-40B4-BE49-F238E27FC236}">
                <a16:creationId xmlns:a16="http://schemas.microsoft.com/office/drawing/2014/main" id="{AEBE0C89-1A2D-10F0-2803-FF97694CBADE}"/>
              </a:ext>
            </a:extLst>
          </p:cNvPr>
          <p:cNvSpPr/>
          <p:nvPr/>
        </p:nvSpPr>
        <p:spPr>
          <a:xfrm>
            <a:off x="6522720" y="5522976"/>
            <a:ext cx="499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Run the test.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0398489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21920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7536" cy="6858000"/>
          </a:xfrm>
          <a:prstGeom prst="rect">
            <a:avLst/>
          </a:prstGeom>
          <a:solidFill>
            <a:srgbClr val="0E9F8E"/>
          </a:solidFill>
          <a:ln w="12700">
            <a:solidFill>
              <a:srgbClr val="0E9F8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43840" y="121920"/>
            <a:ext cx="1097280" cy="975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2650" b="1" dirty="0">
              <a:solidFill>
                <a:srgbClr val="0E9F8E"/>
              </a:solidFill>
              <a:latin typeface="Arial Black"/>
            </a:endParaRPr>
          </a:p>
        </p:txBody>
      </p:sp>
      <p:sp>
        <p:nvSpPr>
          <p:cNvPr id="5" name="Text 3"/>
          <p:cNvSpPr/>
          <p:nvPr/>
        </p:nvSpPr>
        <p:spPr>
          <a:xfrm>
            <a:off x="1341120" y="146304"/>
            <a:ext cx="975360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Test EDGE Chatbot Automatically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365760" y="1365504"/>
            <a:ext cx="6461760" cy="4724791"/>
          </a:xfrm>
          <a:prstGeom prst="rect">
            <a:avLst/>
          </a:prstGeom>
          <a:solidFill>
            <a:srgbClr val="0A1628"/>
          </a:solidFill>
          <a:ln w="12700">
            <a:solidFill>
              <a:srgbClr val="0E9F8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12064" y="1487424"/>
            <a:ext cx="6156960" cy="499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50" dirty="0">
                <a:solidFill>
                  <a:srgbClr val="C586C0"/>
                </a:solidFill>
                <a:latin typeface="Consolas"/>
                <a:ea typeface="Consolas" pitchFamily="34" charset="-122"/>
                <a:cs typeface="Consolas" pitchFamily="34" charset="-120"/>
              </a:rPr>
              <a:t>from</a:t>
            </a:r>
            <a:r>
              <a:rPr lang="en-US" sz="1250" dirty="0">
                <a:solidFill>
                  <a:srgbClr val="FFFFFF"/>
                </a:solidFill>
                <a:latin typeface="Consolas"/>
                <a:ea typeface="Consolas" pitchFamily="34" charset="-122"/>
                <a:cs typeface="Consolas" pitchFamily="34" charset="-120"/>
              </a:rPr>
              <a:t> selenium </a:t>
            </a:r>
            <a:r>
              <a:rPr lang="en-US" sz="1250" dirty="0">
                <a:solidFill>
                  <a:srgbClr val="C586C0"/>
                </a:solidFill>
                <a:latin typeface="Consolas"/>
                <a:ea typeface="Consolas" pitchFamily="34" charset="-122"/>
                <a:cs typeface="Consolas" pitchFamily="34" charset="-120"/>
              </a:rPr>
              <a:t>import</a:t>
            </a:r>
            <a:r>
              <a:rPr lang="en-US" sz="1250" dirty="0">
                <a:solidFill>
                  <a:srgbClr val="9CDCFE"/>
                </a:solidFill>
                <a:latin typeface="Consolas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250" dirty="0" err="1">
                <a:solidFill>
                  <a:srgbClr val="9CDCFE"/>
                </a:solidFill>
                <a:latin typeface="Consolas"/>
                <a:ea typeface="Consolas" pitchFamily="34" charset="-122"/>
                <a:cs typeface="Consolas" pitchFamily="34" charset="-120"/>
              </a:rPr>
              <a:t>webdriver</a:t>
            </a:r>
            <a:endParaRPr lang="en-US" sz="1250" dirty="0" err="1">
              <a:latin typeface="Consolas"/>
            </a:endParaRPr>
          </a:p>
          <a:p>
            <a:pPr marL="0" indent="0">
              <a:buNone/>
            </a:pPr>
            <a:r>
              <a:rPr lang="en-US" sz="1267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r>
              <a:rPr lang="en-US" sz="1267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selenium.webdriver.common.by </a:t>
            </a:r>
            <a:r>
              <a:rPr lang="en-US" sz="1267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r>
              <a:rPr lang="en-US" sz="1267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By</a:t>
            </a:r>
            <a:endParaRPr lang="en-US" sz="1267" dirty="0"/>
          </a:p>
          <a:p>
            <a:pPr marL="0" indent="0">
              <a:buNone/>
            </a:pPr>
            <a:endParaRPr lang="en-US" sz="1267" dirty="0"/>
          </a:p>
          <a:p>
            <a:pPr marL="0" indent="0">
              <a:buNone/>
            </a:pPr>
            <a:r>
              <a:rPr lang="en-US" sz="1267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Launch Edge browser</a:t>
            </a:r>
            <a:endParaRPr lang="en-US" sz="1267" dirty="0"/>
          </a:p>
          <a:p>
            <a:pPr marL="0" indent="0">
              <a:buNone/>
            </a:pPr>
            <a:r>
              <a:rPr lang="en-US" sz="1250" dirty="0">
                <a:solidFill>
                  <a:srgbClr val="9CDCFE"/>
                </a:solidFill>
                <a:latin typeface="Consolas"/>
                <a:ea typeface="Consolas" pitchFamily="34" charset="-122"/>
                <a:cs typeface="Consolas" pitchFamily="34" charset="-120"/>
              </a:rPr>
              <a:t>driver</a:t>
            </a:r>
            <a:r>
              <a:rPr lang="en-US" sz="1250" dirty="0">
                <a:solidFill>
                  <a:srgbClr val="FFFFFF"/>
                </a:solidFill>
                <a:latin typeface="Consolas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1250" dirty="0" err="1">
                <a:solidFill>
                  <a:srgbClr val="FFFFFF"/>
                </a:solidFill>
                <a:latin typeface="Consolas"/>
                <a:ea typeface="Consolas" pitchFamily="34" charset="-122"/>
                <a:cs typeface="Consolas" pitchFamily="34" charset="-120"/>
              </a:rPr>
              <a:t>webdriver.</a:t>
            </a:r>
            <a:r>
              <a:rPr lang="en-US" sz="1250" dirty="0" err="1">
                <a:solidFill>
                  <a:srgbClr val="FFFFFF"/>
                </a:solidFill>
                <a:ea typeface="+mn-lt"/>
                <a:cs typeface="+mn-lt"/>
              </a:rPr>
              <a:t>Chrome</a:t>
            </a:r>
            <a:r>
              <a:rPr lang="en-US" sz="1250" dirty="0">
                <a:solidFill>
                  <a:srgbClr val="DCDCAA"/>
                </a:solidFill>
                <a:latin typeface="Consolas"/>
                <a:ea typeface="Consolas" pitchFamily="34" charset="-122"/>
                <a:cs typeface="Consolas" pitchFamily="34" charset="-120"/>
              </a:rPr>
              <a:t>()</a:t>
            </a:r>
            <a:endParaRPr lang="en-US" sz="1250" dirty="0">
              <a:latin typeface="Consolas"/>
            </a:endParaRPr>
          </a:p>
          <a:p>
            <a:pPr marL="0" indent="0">
              <a:buNone/>
            </a:pPr>
            <a:r>
              <a:rPr lang="en-US" sz="1250" dirty="0" err="1">
                <a:solidFill>
                  <a:srgbClr val="FFFFFF"/>
                </a:solidFill>
                <a:latin typeface="Consolas"/>
                <a:ea typeface="Consolas" pitchFamily="34" charset="-122"/>
                <a:cs typeface="Consolas" pitchFamily="34" charset="-120"/>
              </a:rPr>
              <a:t>driver.get</a:t>
            </a:r>
            <a:r>
              <a:rPr lang="en-US" sz="1250" dirty="0">
                <a:solidFill>
                  <a:srgbClr val="FFFFFF"/>
                </a:solidFill>
                <a:latin typeface="Consolas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250" dirty="0">
                <a:solidFill>
                  <a:srgbClr val="CE9178"/>
                </a:solidFill>
                <a:latin typeface="Consolas"/>
                <a:ea typeface="Consolas" pitchFamily="34" charset="-122"/>
                <a:cs typeface="Consolas" pitchFamily="34" charset="-120"/>
              </a:rPr>
              <a:t>"</a:t>
            </a:r>
            <a:r>
              <a:rPr lang="en-US" sz="1000" dirty="0">
                <a:solidFill>
                  <a:srgbClr val="CE9178"/>
                </a:solidFill>
                <a:latin typeface="Calibri"/>
                <a:ea typeface="Calibri"/>
                <a:cs typeface="Calibri"/>
              </a:rPr>
              <a:t>http://localhost:8501/</a:t>
            </a:r>
            <a:r>
              <a:rPr lang="en-US" sz="1250" dirty="0">
                <a:solidFill>
                  <a:srgbClr val="CE9178"/>
                </a:solidFill>
                <a:latin typeface="Consolas"/>
                <a:ea typeface="Consolas" pitchFamily="34" charset="-122"/>
                <a:cs typeface="Consolas" pitchFamily="34" charset="-120"/>
              </a:rPr>
              <a:t>"</a:t>
            </a:r>
            <a:r>
              <a:rPr lang="en-US" sz="1250" dirty="0">
                <a:solidFill>
                  <a:srgbClr val="FFFFFF"/>
                </a:solidFill>
                <a:latin typeface="Consolas"/>
                <a:ea typeface="Consolas" pitchFamily="34" charset="-122"/>
                <a:cs typeface="Consolas" pitchFamily="34" charset="-120"/>
              </a:rPr>
              <a:t>)</a:t>
            </a:r>
            <a:endParaRPr lang="en-US" sz="1250" dirty="0">
              <a:latin typeface="Consolas"/>
            </a:endParaRPr>
          </a:p>
          <a:p>
            <a:pPr marL="0" indent="0">
              <a:buNone/>
            </a:pPr>
            <a:endParaRPr lang="en-US" sz="1267" dirty="0"/>
          </a:p>
          <a:p>
            <a:pPr marL="0" indent="0">
              <a:buNone/>
            </a:pPr>
            <a:r>
              <a:rPr lang="en-US" sz="1267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Find chat input &amp; send message</a:t>
            </a:r>
            <a:endParaRPr lang="en-US" sz="1267" dirty="0"/>
          </a:p>
          <a:p>
            <a:pPr marL="0" indent="0">
              <a:buNone/>
            </a:pPr>
            <a:r>
              <a:rPr lang="en-US" sz="1250" dirty="0" err="1">
                <a:solidFill>
                  <a:srgbClr val="9CDCFE"/>
                </a:solidFill>
                <a:latin typeface="Consolas"/>
                <a:ea typeface="Consolas" pitchFamily="34" charset="-122"/>
                <a:cs typeface="Consolas" pitchFamily="34" charset="-120"/>
              </a:rPr>
              <a:t>chat_input</a:t>
            </a:r>
            <a:r>
              <a:rPr lang="en-US" sz="1250" dirty="0">
                <a:solidFill>
                  <a:srgbClr val="FFFFFF"/>
                </a:solidFill>
                <a:latin typeface="Consolas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1250" dirty="0" err="1">
                <a:solidFill>
                  <a:srgbClr val="FFFFFF"/>
                </a:solidFill>
                <a:latin typeface="Consolas"/>
                <a:ea typeface="Consolas" pitchFamily="34" charset="-122"/>
                <a:cs typeface="Consolas" pitchFamily="34" charset="-120"/>
              </a:rPr>
              <a:t>driver.find_element</a:t>
            </a:r>
            <a:r>
              <a:rPr lang="en-US" sz="1250" dirty="0">
                <a:solidFill>
                  <a:srgbClr val="FFFFFF"/>
                </a:solidFill>
                <a:latin typeface="Consolas"/>
                <a:ea typeface="Consolas" pitchFamily="34" charset="-122"/>
                <a:cs typeface="Consolas" pitchFamily="34" charset="-120"/>
              </a:rPr>
              <a:t>(By.</a:t>
            </a:r>
            <a:r>
              <a:rPr lang="en-US" sz="1250" dirty="0">
                <a:solidFill>
                  <a:srgbClr val="4EC9B0"/>
                </a:solidFill>
                <a:latin typeface="Consolas"/>
                <a:ea typeface="Consolas" pitchFamily="34" charset="-122"/>
                <a:cs typeface="Consolas" pitchFamily="34" charset="-120"/>
              </a:rPr>
              <a:t>ID</a:t>
            </a:r>
            <a:r>
              <a:rPr lang="en-US" sz="1250" dirty="0">
                <a:solidFill>
                  <a:srgbClr val="FFFFFF"/>
                </a:solidFill>
                <a:latin typeface="Consolas"/>
                <a:ea typeface="Consolas" pitchFamily="34" charset="-122"/>
                <a:cs typeface="Consolas" pitchFamily="34" charset="-120"/>
              </a:rPr>
              <a:t>, "chat-input")</a:t>
            </a:r>
            <a:endParaRPr lang="en-US" sz="1250" dirty="0">
              <a:latin typeface="Consolas"/>
            </a:endParaRPr>
          </a:p>
          <a:p>
            <a:pPr marL="0" indent="0">
              <a:buNone/>
            </a:pPr>
            <a:r>
              <a:rPr lang="en-US" sz="1250" dirty="0" err="1">
                <a:solidFill>
                  <a:srgbClr val="FFFFFF"/>
                </a:solidFill>
                <a:latin typeface="Consolas"/>
                <a:ea typeface="Consolas" pitchFamily="34" charset="-122"/>
                <a:cs typeface="Consolas" pitchFamily="34" charset="-120"/>
              </a:rPr>
              <a:t>chat_input.send_keys</a:t>
            </a:r>
            <a:r>
              <a:rPr lang="en-US" sz="1250" dirty="0">
                <a:solidFill>
                  <a:srgbClr val="FFFFFF"/>
                </a:solidFill>
                <a:latin typeface="Consolas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250" dirty="0">
                <a:solidFill>
                  <a:srgbClr val="CE9178"/>
                </a:solidFill>
                <a:latin typeface="Consolas"/>
                <a:ea typeface="Consolas" pitchFamily="34" charset="-122"/>
                <a:cs typeface="Consolas" pitchFamily="34" charset="-120"/>
              </a:rPr>
              <a:t>"Hello, chatbot!"</a:t>
            </a:r>
            <a:r>
              <a:rPr lang="en-US" sz="1250" dirty="0">
                <a:solidFill>
                  <a:srgbClr val="FFFFFF"/>
                </a:solidFill>
                <a:latin typeface="Consolas"/>
                <a:ea typeface="Consolas" pitchFamily="34" charset="-122"/>
                <a:cs typeface="Consolas" pitchFamily="34" charset="-120"/>
              </a:rPr>
              <a:t>)</a:t>
            </a:r>
            <a:endParaRPr lang="en-US" sz="1250" dirty="0">
              <a:latin typeface="Consolas"/>
            </a:endParaRPr>
          </a:p>
          <a:p>
            <a:pPr marL="0" indent="0">
              <a:buNone/>
            </a:pPr>
            <a:endParaRPr lang="en-US" sz="1267" dirty="0"/>
          </a:p>
          <a:p>
            <a:pPr marL="0" indent="0">
              <a:buNone/>
            </a:pPr>
            <a:r>
              <a:rPr lang="en-US" sz="1267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Assert bot response</a:t>
            </a:r>
            <a:endParaRPr lang="en-US" sz="1267" dirty="0"/>
          </a:p>
          <a:p>
            <a:r>
              <a:rPr lang="en-US" sz="1250" dirty="0">
                <a:solidFill>
                  <a:srgbClr val="9CDCFE"/>
                </a:solidFill>
                <a:latin typeface="Consolas"/>
                <a:ea typeface="Consolas" pitchFamily="34" charset="-122"/>
                <a:cs typeface="Consolas" pitchFamily="34" charset="-120"/>
              </a:rPr>
              <a:t>response</a:t>
            </a:r>
            <a:r>
              <a:rPr lang="en-US" sz="1250" dirty="0">
                <a:solidFill>
                  <a:srgbClr val="FFFFFF"/>
                </a:solidFill>
                <a:latin typeface="Consolas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1250" dirty="0" err="1">
                <a:solidFill>
                  <a:srgbClr val="FFFFFF"/>
                </a:solidFill>
                <a:latin typeface="Consolas"/>
                <a:ea typeface="Consolas" pitchFamily="34" charset="-122"/>
                <a:cs typeface="Consolas" pitchFamily="34" charset="-120"/>
              </a:rPr>
              <a:t>driver.find_element</a:t>
            </a:r>
            <a:r>
              <a:rPr lang="en-US" sz="1250" dirty="0">
                <a:solidFill>
                  <a:srgbClr val="FFFFFF"/>
                </a:solidFill>
                <a:latin typeface="Consolas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250" dirty="0" err="1">
                <a:solidFill>
                  <a:srgbClr val="FFFFFF"/>
                </a:solidFill>
                <a:latin typeface="Consolas"/>
                <a:ea typeface="Consolas" pitchFamily="34" charset="-122"/>
                <a:cs typeface="Consolas" pitchFamily="34" charset="-120"/>
              </a:rPr>
              <a:t>By.</a:t>
            </a:r>
            <a:r>
              <a:rPr lang="en-US" sz="1250" dirty="0" err="1">
                <a:solidFill>
                  <a:srgbClr val="4EC9B0"/>
                </a:solidFill>
                <a:latin typeface="Consolas"/>
                <a:ea typeface="Consolas" pitchFamily="34" charset="-122"/>
                <a:cs typeface="Consolas" pitchFamily="34" charset="-120"/>
              </a:rPr>
              <a:t>CLASS_NAME</a:t>
            </a:r>
            <a:r>
              <a:rPr lang="en-US" sz="1250" dirty="0">
                <a:solidFill>
                  <a:srgbClr val="FFFFFF"/>
                </a:solidFill>
                <a:latin typeface="Consolas"/>
                <a:ea typeface="Consolas" pitchFamily="34" charset="-122"/>
                <a:cs typeface="Consolas" pitchFamily="34" charset="-120"/>
              </a:rPr>
              <a:t>, </a:t>
            </a:r>
            <a:r>
              <a:rPr lang="en-US" sz="1250" dirty="0">
                <a:solidFill>
                  <a:srgbClr val="CE9178"/>
                </a:solidFill>
                <a:latin typeface="Consolas"/>
                <a:ea typeface="Consolas" pitchFamily="34" charset="-122"/>
                <a:cs typeface="Consolas" pitchFamily="34" charset="-120"/>
              </a:rPr>
              <a:t>"bot-message"</a:t>
            </a:r>
            <a:r>
              <a:rPr lang="en-US" sz="1250" dirty="0">
                <a:solidFill>
                  <a:srgbClr val="FFFFFF"/>
                </a:solidFill>
                <a:latin typeface="Consolas"/>
                <a:ea typeface="Consolas" pitchFamily="34" charset="-122"/>
                <a:cs typeface="Consolas" pitchFamily="34" charset="-120"/>
              </a:rPr>
              <a:t>)</a:t>
            </a:r>
            <a:endParaRPr lang="en-US" sz="1250" dirty="0">
              <a:latin typeface="Arial"/>
              <a:cs typeface="Arial"/>
            </a:endParaRPr>
          </a:p>
          <a:p>
            <a:pPr marL="0" indent="0">
              <a:buNone/>
            </a:pPr>
            <a:r>
              <a:rPr lang="en-US" sz="1250" dirty="0">
                <a:solidFill>
                  <a:srgbClr val="C586C0"/>
                </a:solidFill>
                <a:latin typeface="Consolas"/>
                <a:ea typeface="Consolas" pitchFamily="34" charset="-122"/>
                <a:cs typeface="Consolas" pitchFamily="34" charset="-120"/>
              </a:rPr>
              <a:t>assert</a:t>
            </a:r>
            <a:r>
              <a:rPr lang="en-US" sz="1250" dirty="0">
                <a:solidFill>
                  <a:srgbClr val="FFFFFF"/>
                </a:solidFill>
                <a:latin typeface="Consolas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250" dirty="0" err="1">
                <a:solidFill>
                  <a:srgbClr val="FFFFFF"/>
                </a:solidFill>
                <a:latin typeface="Consolas"/>
                <a:ea typeface="Consolas" pitchFamily="34" charset="-122"/>
                <a:cs typeface="Consolas" pitchFamily="34" charset="-120"/>
              </a:rPr>
              <a:t>response.text</a:t>
            </a:r>
            <a:r>
              <a:rPr lang="en-US" sz="1250" dirty="0">
                <a:solidFill>
                  <a:srgbClr val="FFFFFF"/>
                </a:solidFill>
                <a:latin typeface="Consolas"/>
                <a:ea typeface="Consolas" pitchFamily="34" charset="-122"/>
                <a:cs typeface="Consolas" pitchFamily="34" charset="-120"/>
              </a:rPr>
              <a:t> != ""</a:t>
            </a:r>
            <a:endParaRPr lang="en-US" sz="1250" dirty="0">
              <a:latin typeface="Consola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7132320" y="1463040"/>
            <a:ext cx="4693920" cy="1072896"/>
          </a:xfrm>
          <a:prstGeom prst="rect">
            <a:avLst/>
          </a:prstGeom>
          <a:solidFill>
            <a:srgbClr val="1B3A5C"/>
          </a:solidFill>
          <a:ln/>
          <a:effectLst>
            <a:outerShdw blurRad="76200" dist="254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132320" y="1463040"/>
            <a:ext cx="73152" cy="1072896"/>
          </a:xfrm>
          <a:prstGeom prst="rect">
            <a:avLst/>
          </a:prstGeom>
          <a:solidFill>
            <a:srgbClr val="0E9F8E"/>
          </a:solidFill>
          <a:ln w="12700">
            <a:solidFill>
              <a:srgbClr val="0E9F8E"/>
            </a:solidFill>
            <a:prstDash val="solid"/>
          </a:ln>
        </p:spPr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1706880"/>
            <a:ext cx="548640" cy="54864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7985760" y="1548384"/>
            <a:ext cx="36576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b="1" dirty="0">
                <a:solidFill>
                  <a:srgbClr val="FFFFFF"/>
                </a:solidFill>
                <a:latin typeface="Arial"/>
                <a:ea typeface="Arial" pitchFamily="34" charset="-122"/>
                <a:cs typeface="Arial"/>
              </a:rPr>
              <a:t>Launch </a:t>
            </a:r>
            <a:r>
              <a:rPr lang="en-US" sz="1600" b="1">
                <a:solidFill>
                  <a:srgbClr val="FFFFFF"/>
                </a:solidFill>
                <a:ea typeface="+mn-lt"/>
                <a:cs typeface="+mn-lt"/>
              </a:rPr>
              <a:t>Chrome </a:t>
            </a:r>
            <a:r>
              <a:rPr lang="en-US" sz="1600" b="1">
                <a:solidFill>
                  <a:srgbClr val="FFFFFF"/>
                </a:solidFill>
                <a:latin typeface="Arial"/>
                <a:ea typeface="Arial" pitchFamily="34" charset="-122"/>
                <a:cs typeface="Arial"/>
              </a:rPr>
              <a:t>Browser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7985760" y="1975104"/>
            <a:ext cx="365760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300">
                <a:solidFill>
                  <a:srgbClr val="CBD5E0"/>
                </a:solidFill>
                <a:latin typeface="Calibri"/>
                <a:ea typeface="Calibri"/>
                <a:cs typeface="Calibri"/>
              </a:rPr>
              <a:t>Open Chrome via WebDriver API</a:t>
            </a:r>
            <a:endParaRPr lang="en-US" sz="1300">
              <a:latin typeface="Calibri"/>
              <a:ea typeface="Calibri"/>
              <a:cs typeface="Calibri"/>
            </a:endParaRPr>
          </a:p>
        </p:txBody>
      </p:sp>
      <p:sp>
        <p:nvSpPr>
          <p:cNvPr id="13" name="Shape 10"/>
          <p:cNvSpPr/>
          <p:nvPr/>
        </p:nvSpPr>
        <p:spPr>
          <a:xfrm>
            <a:off x="7132320" y="2706624"/>
            <a:ext cx="4693920" cy="1072896"/>
          </a:xfrm>
          <a:prstGeom prst="rect">
            <a:avLst/>
          </a:prstGeom>
          <a:solidFill>
            <a:srgbClr val="1B3A5C"/>
          </a:solidFill>
          <a:ln/>
          <a:effectLst>
            <a:outerShdw blurRad="76200" dist="254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7132320" y="2706624"/>
            <a:ext cx="73152" cy="1072896"/>
          </a:xfrm>
          <a:prstGeom prst="rect">
            <a:avLst/>
          </a:prstGeom>
          <a:solidFill>
            <a:srgbClr val="0E9F8E"/>
          </a:solidFill>
          <a:ln w="12700">
            <a:solidFill>
              <a:srgbClr val="0E9F8E"/>
            </a:solidFill>
            <a:prstDash val="solid"/>
          </a:ln>
        </p:spPr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2950464"/>
            <a:ext cx="548640" cy="54864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985760" y="2791968"/>
            <a:ext cx="36576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Locate Chatbot Element</a:t>
            </a:r>
            <a:endParaRPr lang="en-US" sz="1600" dirty="0"/>
          </a:p>
        </p:txBody>
      </p:sp>
      <p:sp>
        <p:nvSpPr>
          <p:cNvPr id="17" name="Text 13"/>
          <p:cNvSpPr/>
          <p:nvPr/>
        </p:nvSpPr>
        <p:spPr>
          <a:xfrm>
            <a:off x="7985760" y="3218688"/>
            <a:ext cx="365760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By.ID or By.CLASS to find the chat input</a:t>
            </a:r>
            <a:endParaRPr lang="en-US" sz="1333" dirty="0"/>
          </a:p>
        </p:txBody>
      </p:sp>
      <p:sp>
        <p:nvSpPr>
          <p:cNvPr id="18" name="Shape 14"/>
          <p:cNvSpPr/>
          <p:nvPr/>
        </p:nvSpPr>
        <p:spPr>
          <a:xfrm>
            <a:off x="7132320" y="3950208"/>
            <a:ext cx="4693920" cy="1072896"/>
          </a:xfrm>
          <a:prstGeom prst="rect">
            <a:avLst/>
          </a:prstGeom>
          <a:solidFill>
            <a:srgbClr val="1B3A5C"/>
          </a:solidFill>
          <a:ln/>
          <a:effectLst>
            <a:outerShdw blurRad="76200" dist="254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7132320" y="3950208"/>
            <a:ext cx="73152" cy="1072896"/>
          </a:xfrm>
          <a:prstGeom prst="rect">
            <a:avLst/>
          </a:prstGeom>
          <a:solidFill>
            <a:srgbClr val="0E9F8E"/>
          </a:solidFill>
          <a:ln w="12700">
            <a:solidFill>
              <a:srgbClr val="0E9F8E"/>
            </a:solidFill>
            <a:prstDash val="solid"/>
          </a:ln>
        </p:spPr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0" y="4194048"/>
            <a:ext cx="548640" cy="54864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7985760" y="4035552"/>
            <a:ext cx="36576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 &amp; Send Input</a:t>
            </a:r>
            <a:endParaRPr lang="en-US" sz="1600" dirty="0"/>
          </a:p>
        </p:txBody>
      </p:sp>
      <p:sp>
        <p:nvSpPr>
          <p:cNvPr id="22" name="Text 17"/>
          <p:cNvSpPr/>
          <p:nvPr/>
        </p:nvSpPr>
        <p:spPr>
          <a:xfrm>
            <a:off x="7985760" y="4462272"/>
            <a:ext cx="365760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send_keys() to simulate typing messages</a:t>
            </a:r>
            <a:endParaRPr lang="en-US" sz="1333" dirty="0"/>
          </a:p>
        </p:txBody>
      </p:sp>
      <p:sp>
        <p:nvSpPr>
          <p:cNvPr id="23" name="Shape 18"/>
          <p:cNvSpPr/>
          <p:nvPr/>
        </p:nvSpPr>
        <p:spPr>
          <a:xfrm>
            <a:off x="7171396" y="5193792"/>
            <a:ext cx="4654844" cy="897050"/>
          </a:xfrm>
          <a:prstGeom prst="rect">
            <a:avLst/>
          </a:prstGeom>
          <a:solidFill>
            <a:srgbClr val="1B3A5C"/>
          </a:solidFill>
          <a:ln/>
          <a:effectLst>
            <a:outerShdw blurRad="76200" dist="254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7171396" y="5193792"/>
            <a:ext cx="73152" cy="897050"/>
          </a:xfrm>
          <a:prstGeom prst="rect">
            <a:avLst/>
          </a:prstGeom>
          <a:solidFill>
            <a:srgbClr val="0E9F8E"/>
          </a:solidFill>
          <a:ln w="12700">
            <a:solidFill>
              <a:srgbClr val="0E9F8E"/>
            </a:solidFill>
            <a:prstDash val="solid"/>
          </a:ln>
        </p:spPr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0" y="5437632"/>
            <a:ext cx="548640" cy="54864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7985760" y="5279136"/>
            <a:ext cx="36576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Assert Response</a:t>
            </a:r>
            <a:endParaRPr lang="en-US" sz="1600" dirty="0"/>
          </a:p>
        </p:txBody>
      </p:sp>
      <p:sp>
        <p:nvSpPr>
          <p:cNvPr id="27" name="Text 21"/>
          <p:cNvSpPr/>
          <p:nvPr/>
        </p:nvSpPr>
        <p:spPr>
          <a:xfrm>
            <a:off x="7985760" y="5705856"/>
            <a:ext cx="365760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CB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the chatbot returns valid output</a:t>
            </a:r>
            <a:endParaRPr lang="en-US" sz="1333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Q&amp;A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algn="r"/>
            <a:fld id="{CAD2D6BD-DE1B-4B5F-8B41-2702339687B9}" type="slidenum">
              <a:rPr lang="en-US" altLang="zh-CN" smtClean="0">
                <a:solidFill>
                  <a:srgbClr val="888888"/>
                </a:solidFill>
                <a:ea typeface="Calibri" charset="0"/>
                <a:sym typeface="Calibri" charset="0"/>
              </a:rPr>
              <a:pPr algn="r"/>
              <a:t>9</a:t>
            </a:fld>
            <a:endParaRPr lang="zh-CN" altLang="en-US">
              <a:solidFill>
                <a:srgbClr val="888888"/>
              </a:solidFill>
              <a:ea typeface="Calibri" charset="0"/>
              <a:sym typeface="Calibri" charset="0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/>
              <a:t>Any Questions?</a:t>
            </a:r>
          </a:p>
        </p:txBody>
      </p:sp>
    </p:spTree>
    <p:extLst>
      <p:ext uri="{BB962C8B-B14F-4D97-AF65-F5344CB8AC3E}">
        <p14:creationId xmlns:p14="http://schemas.microsoft.com/office/powerpoint/2010/main" val="154861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A92E51-2BEF-E3AA-0723-CF4C9AC470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4C7946E-6137-2589-72B1-79D5513D44D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algn="r"/>
            <a:fld id="{CAD2D6BD-DE1B-4B5F-8B41-2702339687B9}" type="slidenum">
              <a:rPr lang="en-US" altLang="zh-CN" smtClean="0">
                <a:solidFill>
                  <a:srgbClr val="888888"/>
                </a:solidFill>
                <a:ea typeface="Calibri" charset="0"/>
                <a:sym typeface="Calibri" charset="0"/>
              </a:rPr>
              <a:pPr algn="r"/>
              <a:t>10</a:t>
            </a:fld>
            <a:endParaRPr lang="zh-CN" altLang="en-US">
              <a:solidFill>
                <a:srgbClr val="888888"/>
              </a:solidFill>
              <a:ea typeface="Calibri" charset="0"/>
              <a:sym typeface="Calibri" charset="0"/>
            </a:endParaRP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8F3EE4C-A74C-F34B-641E-DAB8BE67FB3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BC0464D9-BE4F-25E3-3C97-C786F04974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5200">
                <a:solidFill>
                  <a:schemeClr val="tx1"/>
                </a:solidFill>
              </a:rPr>
              <a:t>Thanks</a:t>
            </a:r>
            <a:endParaRPr lang="en-US" sz="5200"/>
          </a:p>
          <a:p>
            <a:endParaRPr lang="en-US"/>
          </a:p>
        </p:txBody>
      </p:sp>
      <p:graphicFrame>
        <p:nvGraphicFramePr>
          <p:cNvPr id="19" name="Text Placeholder 3">
            <a:extLst>
              <a:ext uri="{FF2B5EF4-FFF2-40B4-BE49-F238E27FC236}">
                <a16:creationId xmlns:a16="http://schemas.microsoft.com/office/drawing/2014/main" id="{D3BBEF13-E0C8-2D36-EBA1-56DA2EB871C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77019769"/>
              </p:ext>
            </p:extLst>
          </p:nvPr>
        </p:nvGraphicFramePr>
        <p:xfrm>
          <a:off x="827903" y="1949192"/>
          <a:ext cx="10525897" cy="422777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4604107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E7E6E6"/>
      </a:dk2>
      <a:lt2>
        <a:srgbClr val="44546A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/>
        <a:gradFill/>
      </a:fillStyleLst>
      <a:lnStyleLst>
        <a:ln/>
        <a:ln/>
        <a:ln/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/>
        <a:gradFill/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Master1">
  <a:themeElements>
    <a:clrScheme name="notesMaster1">
      <a:dk1>
        <a:srgbClr val="000000"/>
      </a:dk1>
      <a:lt1>
        <a:srgbClr val="FFFFFF"/>
      </a:lt1>
      <a:dk2>
        <a:srgbClr val="E7E6E6"/>
      </a:dk2>
      <a:lt2>
        <a:srgbClr val="44546A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notesMaster1">
      <a:majorFont>
        <a:latin typeface=""/>
        <a:ea typeface=""/>
        <a:cs typeface=""/>
      </a:majorFont>
      <a:minorFont>
        <a:latin typeface=""/>
        <a:ea typeface=""/>
        <a:cs typeface=""/>
      </a:minorFont>
    </a:fontScheme>
    <a:fmtScheme name="notesMaster1">
      <a:fillStyleLst>
        <a:solidFill>
          <a:schemeClr val="phClr"/>
        </a:solidFill>
        <a:gradFill/>
        <a:gradFill/>
      </a:fillStyleLst>
      <a:lnStyleLst>
        <a:ln/>
        <a:ln/>
        <a:ln/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/>
        <a:gradFill/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handoutMaster1">
  <a:themeElements>
    <a:clrScheme name="handoutMaster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handoutMaster1">
      <a:majorFont>
        <a:latin typeface=""/>
        <a:ea typeface=""/>
        <a:cs typeface=""/>
      </a:majorFont>
      <a:minorFont>
        <a:latin typeface=""/>
        <a:ea typeface=""/>
        <a:cs typeface=""/>
      </a:minorFont>
    </a:fontScheme>
    <a:fmtScheme name="handoutMaster1">
      <a:fillStyleLst>
        <a:solidFill>
          <a:schemeClr val="phClr"/>
        </a:solidFill>
        <a:gradFill/>
        <a:gradFill/>
      </a:fillStyleLst>
      <a:lnStyleLst>
        <a:ln/>
        <a:ln/>
        <a:ln/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/>
        <a:gradFill/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1680F2E875A6F4C8A5AC31823EE5322" ma:contentTypeVersion="3" ma:contentTypeDescription="Create a new document." ma:contentTypeScope="" ma:versionID="7299fbc07b3282582e917d0409e758c5">
  <xsd:schema xmlns:xsd="http://www.w3.org/2001/XMLSchema" xmlns:xs="http://www.w3.org/2001/XMLSchema" xmlns:p="http://schemas.microsoft.com/office/2006/metadata/properties" xmlns:ns2="ae17ed94-213e-4d33-81db-1e7f92ff4ebb" targetNamespace="http://schemas.microsoft.com/office/2006/metadata/properties" ma:root="true" ma:fieldsID="f1f32ed49b25ec90362555824d00dbce" ns2:_="">
    <xsd:import namespace="ae17ed94-213e-4d33-81db-1e7f92ff4eb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e17ed94-213e-4d33-81db-1e7f92ff4eb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561DBE2-C7D3-4BB5-AC84-2E5A62EC767F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480A8CC9-6CB9-4442-A4A0-CCC1121C5A8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D8080C8A-B964-45FE-A694-C5A6190098F1}">
  <ds:schemaRefs>
    <ds:schemaRef ds:uri="ae17ed94-213e-4d33-81db-1e7f92ff4ebb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Application>Microsoft Office PowerPoint</Application>
  <PresentationFormat>Widescreen</PresentationFormat>
  <Slides>10</Slides>
  <Notes>7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1" baseType="lpstr">
      <vt:lpstr>Office Theme</vt:lpstr>
      <vt:lpstr>PowerPoint Presentation</vt:lpstr>
      <vt:lpstr>Outline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Q&amp;A</vt:lpstr>
      <vt:lpstr>Thanks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Muhammad Golam Soroar</dc:creator>
  <cp:revision>190</cp:revision>
  <cp:lastPrinted>2025-04-26T15:15:36Z</cp:lastPrinted>
  <dcterms:created xsi:type="dcterms:W3CDTF">2024-06-24T19:24:23Z</dcterms:created>
  <dcterms:modified xsi:type="dcterms:W3CDTF">2026-05-05T15:25:48Z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0x010100C1680F2E875A6F4C8A5AC31823EE5322</vt:lpwstr>
  </property>
</Properties>
</file>