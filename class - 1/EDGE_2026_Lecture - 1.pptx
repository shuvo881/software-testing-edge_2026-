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71" r:id="rId7"/>
    <p:sldId id="272" r:id="rId8"/>
    <p:sldId id="273" r:id="rId9"/>
    <p:sldId id="277" r:id="rId10"/>
    <p:sldId id="278" r:id="rId11"/>
    <p:sldId id="279" r:id="rId12"/>
    <p:sldId id="274" r:id="rId13"/>
    <p:sldId id="275" r:id="rId14"/>
    <p:sldId id="282" r:id="rId15"/>
    <p:sldId id="276" r:id="rId16"/>
    <p:sldId id="270" r:id="rId17"/>
    <p:sldId id="281" r:id="rId18"/>
  </p:sldIdLst>
  <p:sldSz cx="12192000" cy="6858000"/>
  <p:notesSz cx="9144000" cy="6858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1pPr>
    <a:lvl2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2pPr>
    <a:lvl3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3pPr>
    <a:lvl4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4pPr>
    <a:lvl5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5pPr>
    <a:lvl6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6pPr>
    <a:lvl7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7pPr>
    <a:lvl8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8pPr>
    <a:lvl9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FD2517-764A-8DBF-26A4-D3EE71D4B877}" v="876" dt="2026-04-16T05:53:03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1896" y="6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CB4E3A-62AB-47AB-B20B-D859638A63D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34C5B9F-75B1-4FE0-945D-A340F2C560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Md. Golam Mostofa</a:t>
          </a:r>
          <a:endParaRPr lang="en-US"/>
        </a:p>
      </dgm:t>
    </dgm:pt>
    <dgm:pt modelId="{E287CCD7-21BC-4BF5-890C-89A1712065F4}" type="parTrans" cxnId="{BC3DF74D-5B4E-4CCB-A6DB-5BF48112732A}">
      <dgm:prSet/>
      <dgm:spPr/>
      <dgm:t>
        <a:bodyPr/>
        <a:lstStyle/>
        <a:p>
          <a:endParaRPr lang="en-US"/>
        </a:p>
      </dgm:t>
    </dgm:pt>
    <dgm:pt modelId="{80B600AD-880D-46F0-BADE-FCF208A5E615}" type="sibTrans" cxnId="{BC3DF74D-5B4E-4CCB-A6DB-5BF48112732A}">
      <dgm:prSet/>
      <dgm:spPr/>
      <dgm:t>
        <a:bodyPr/>
        <a:lstStyle/>
        <a:p>
          <a:endParaRPr lang="en-US"/>
        </a:p>
      </dgm:t>
    </dgm:pt>
    <dgm:pt modelId="{29780693-460C-4711-AB25-345984E1997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golam.mostofa@bizzntek.com</a:t>
          </a:r>
          <a:endParaRPr lang="en-US"/>
        </a:p>
      </dgm:t>
    </dgm:pt>
    <dgm:pt modelId="{D6507A44-C958-4E78-875F-AEB81F4CCBB0}" type="parTrans" cxnId="{813304BA-7F23-404A-951C-40EAB56ABAD3}">
      <dgm:prSet/>
      <dgm:spPr/>
      <dgm:t>
        <a:bodyPr/>
        <a:lstStyle/>
        <a:p>
          <a:endParaRPr lang="en-US"/>
        </a:p>
      </dgm:t>
    </dgm:pt>
    <dgm:pt modelId="{6A2BE5BA-A623-456A-8804-388AAB892599}" type="sibTrans" cxnId="{813304BA-7F23-404A-951C-40EAB56ABAD3}">
      <dgm:prSet/>
      <dgm:spPr/>
      <dgm:t>
        <a:bodyPr/>
        <a:lstStyle/>
        <a:p>
          <a:endParaRPr lang="en-US"/>
        </a:p>
      </dgm:t>
    </dgm:pt>
    <dgm:pt modelId="{6A224A11-3F19-4EF8-BB40-B20015FE2037}" type="pres">
      <dgm:prSet presAssocID="{71CB4E3A-62AB-47AB-B20B-D859638A63D5}" presName="root" presStyleCnt="0">
        <dgm:presLayoutVars>
          <dgm:dir/>
          <dgm:resizeHandles val="exact"/>
        </dgm:presLayoutVars>
      </dgm:prSet>
      <dgm:spPr/>
    </dgm:pt>
    <dgm:pt modelId="{B44094F6-0140-460D-AABE-E4F39168016D}" type="pres">
      <dgm:prSet presAssocID="{C34C5B9F-75B1-4FE0-945D-A340F2C560AC}" presName="compNode" presStyleCnt="0"/>
      <dgm:spPr/>
    </dgm:pt>
    <dgm:pt modelId="{7E3D7DBC-AE01-4F56-BA02-08F174EA30D5}" type="pres">
      <dgm:prSet presAssocID="{C34C5B9F-75B1-4FE0-945D-A340F2C560AC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B9CAAD2-8EB4-44F9-9703-A3021467F4F5}" type="pres">
      <dgm:prSet presAssocID="{C34C5B9F-75B1-4FE0-945D-A340F2C560A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D43D5112-3EE7-46CF-A020-32F2ED542861}" type="pres">
      <dgm:prSet presAssocID="{C34C5B9F-75B1-4FE0-945D-A340F2C560AC}" presName="spaceRect" presStyleCnt="0"/>
      <dgm:spPr/>
    </dgm:pt>
    <dgm:pt modelId="{43E16532-A1A6-4909-8439-A51889B6B6C8}" type="pres">
      <dgm:prSet presAssocID="{C34C5B9F-75B1-4FE0-945D-A340F2C560AC}" presName="textRect" presStyleLbl="revTx" presStyleIdx="0" presStyleCnt="2">
        <dgm:presLayoutVars>
          <dgm:chMax val="1"/>
          <dgm:chPref val="1"/>
        </dgm:presLayoutVars>
      </dgm:prSet>
      <dgm:spPr/>
    </dgm:pt>
    <dgm:pt modelId="{F008E458-E638-46C1-832E-6505CA4BA4C9}" type="pres">
      <dgm:prSet presAssocID="{80B600AD-880D-46F0-BADE-FCF208A5E615}" presName="sibTrans" presStyleCnt="0"/>
      <dgm:spPr/>
    </dgm:pt>
    <dgm:pt modelId="{45879739-AF6D-4E84-A821-5040EDA923D1}" type="pres">
      <dgm:prSet presAssocID="{29780693-460C-4711-AB25-345984E1997A}" presName="compNode" presStyleCnt="0"/>
      <dgm:spPr/>
    </dgm:pt>
    <dgm:pt modelId="{53A473AA-2D47-4001-88EC-BBC7E7523C58}" type="pres">
      <dgm:prSet presAssocID="{29780693-460C-4711-AB25-345984E1997A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19002C0-3907-4944-A085-0062B2B4063A}" type="pres">
      <dgm:prSet presAssocID="{29780693-460C-4711-AB25-345984E1997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146EED30-1B26-484D-B67A-18D247CAB26C}" type="pres">
      <dgm:prSet presAssocID="{29780693-460C-4711-AB25-345984E1997A}" presName="spaceRect" presStyleCnt="0"/>
      <dgm:spPr/>
    </dgm:pt>
    <dgm:pt modelId="{1AF53B96-4F0A-4B87-96A2-FCFF3DBD857B}" type="pres">
      <dgm:prSet presAssocID="{29780693-460C-4711-AB25-345984E1997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2DC1713-DFD1-4CB8-B9C7-64C25CD6EE56}" type="presOf" srcId="{71CB4E3A-62AB-47AB-B20B-D859638A63D5}" destId="{6A224A11-3F19-4EF8-BB40-B20015FE2037}" srcOrd="0" destOrd="0" presId="urn:microsoft.com/office/officeart/2018/5/layout/IconLeafLabelList"/>
    <dgm:cxn modelId="{824D683E-B930-4D0E-AE6F-FCE499697379}" type="presOf" srcId="{C34C5B9F-75B1-4FE0-945D-A340F2C560AC}" destId="{43E16532-A1A6-4909-8439-A51889B6B6C8}" srcOrd="0" destOrd="0" presId="urn:microsoft.com/office/officeart/2018/5/layout/IconLeafLabelList"/>
    <dgm:cxn modelId="{BC3DF74D-5B4E-4CCB-A6DB-5BF48112732A}" srcId="{71CB4E3A-62AB-47AB-B20B-D859638A63D5}" destId="{C34C5B9F-75B1-4FE0-945D-A340F2C560AC}" srcOrd="0" destOrd="0" parTransId="{E287CCD7-21BC-4BF5-890C-89A1712065F4}" sibTransId="{80B600AD-880D-46F0-BADE-FCF208A5E615}"/>
    <dgm:cxn modelId="{813304BA-7F23-404A-951C-40EAB56ABAD3}" srcId="{71CB4E3A-62AB-47AB-B20B-D859638A63D5}" destId="{29780693-460C-4711-AB25-345984E1997A}" srcOrd="1" destOrd="0" parTransId="{D6507A44-C958-4E78-875F-AEB81F4CCBB0}" sibTransId="{6A2BE5BA-A623-456A-8804-388AAB892599}"/>
    <dgm:cxn modelId="{7894E7BE-F1A2-459F-BC5B-D849874748F6}" type="presOf" srcId="{29780693-460C-4711-AB25-345984E1997A}" destId="{1AF53B96-4F0A-4B87-96A2-FCFF3DBD857B}" srcOrd="0" destOrd="0" presId="urn:microsoft.com/office/officeart/2018/5/layout/IconLeafLabelList"/>
    <dgm:cxn modelId="{354D9379-EDFA-432A-A362-3888E71AD8BC}" type="presParOf" srcId="{6A224A11-3F19-4EF8-BB40-B20015FE2037}" destId="{B44094F6-0140-460D-AABE-E4F39168016D}" srcOrd="0" destOrd="0" presId="urn:microsoft.com/office/officeart/2018/5/layout/IconLeafLabelList"/>
    <dgm:cxn modelId="{F2BD6D16-4BC5-4F26-BC6C-4099E6162490}" type="presParOf" srcId="{B44094F6-0140-460D-AABE-E4F39168016D}" destId="{7E3D7DBC-AE01-4F56-BA02-08F174EA30D5}" srcOrd="0" destOrd="0" presId="urn:microsoft.com/office/officeart/2018/5/layout/IconLeafLabelList"/>
    <dgm:cxn modelId="{3AB18AEE-AFCF-4D8A-A853-36062C847F32}" type="presParOf" srcId="{B44094F6-0140-460D-AABE-E4F39168016D}" destId="{CB9CAAD2-8EB4-44F9-9703-A3021467F4F5}" srcOrd="1" destOrd="0" presId="urn:microsoft.com/office/officeart/2018/5/layout/IconLeafLabelList"/>
    <dgm:cxn modelId="{1FFEE408-341A-49CA-BABE-AD833860443B}" type="presParOf" srcId="{B44094F6-0140-460D-AABE-E4F39168016D}" destId="{D43D5112-3EE7-46CF-A020-32F2ED542861}" srcOrd="2" destOrd="0" presId="urn:microsoft.com/office/officeart/2018/5/layout/IconLeafLabelList"/>
    <dgm:cxn modelId="{EE7AB2C9-8DD1-4EC1-9FE8-34A4FE1DD4FC}" type="presParOf" srcId="{B44094F6-0140-460D-AABE-E4F39168016D}" destId="{43E16532-A1A6-4909-8439-A51889B6B6C8}" srcOrd="3" destOrd="0" presId="urn:microsoft.com/office/officeart/2018/5/layout/IconLeafLabelList"/>
    <dgm:cxn modelId="{A6FB0B3A-B75A-4406-AFC2-247EA1C76743}" type="presParOf" srcId="{6A224A11-3F19-4EF8-BB40-B20015FE2037}" destId="{F008E458-E638-46C1-832E-6505CA4BA4C9}" srcOrd="1" destOrd="0" presId="urn:microsoft.com/office/officeart/2018/5/layout/IconLeafLabelList"/>
    <dgm:cxn modelId="{6978E7F9-AD9B-44DC-A4F4-128878F92D64}" type="presParOf" srcId="{6A224A11-3F19-4EF8-BB40-B20015FE2037}" destId="{45879739-AF6D-4E84-A821-5040EDA923D1}" srcOrd="2" destOrd="0" presId="urn:microsoft.com/office/officeart/2018/5/layout/IconLeafLabelList"/>
    <dgm:cxn modelId="{FF1F593F-CBC1-4CE2-9D01-34CFFBF6A889}" type="presParOf" srcId="{45879739-AF6D-4E84-A821-5040EDA923D1}" destId="{53A473AA-2D47-4001-88EC-BBC7E7523C58}" srcOrd="0" destOrd="0" presId="urn:microsoft.com/office/officeart/2018/5/layout/IconLeafLabelList"/>
    <dgm:cxn modelId="{160FFA6F-58C7-4BC6-BC6E-97E1EEA69D24}" type="presParOf" srcId="{45879739-AF6D-4E84-A821-5040EDA923D1}" destId="{C19002C0-3907-4944-A085-0062B2B4063A}" srcOrd="1" destOrd="0" presId="urn:microsoft.com/office/officeart/2018/5/layout/IconLeafLabelList"/>
    <dgm:cxn modelId="{F2C20CFB-E343-4762-97D1-F844D05116F5}" type="presParOf" srcId="{45879739-AF6D-4E84-A821-5040EDA923D1}" destId="{146EED30-1B26-484D-B67A-18D247CAB26C}" srcOrd="2" destOrd="0" presId="urn:microsoft.com/office/officeart/2018/5/layout/IconLeafLabelList"/>
    <dgm:cxn modelId="{AC42820C-C8A9-4A56-870E-9A795931D459}" type="presParOf" srcId="{45879739-AF6D-4E84-A821-5040EDA923D1}" destId="{1AF53B96-4F0A-4B87-96A2-FCFF3DBD857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D7DBC-AE01-4F56-BA02-08F174EA30D5}">
      <dsp:nvSpPr>
        <dsp:cNvPr id="0" name=""/>
        <dsp:cNvSpPr/>
      </dsp:nvSpPr>
      <dsp:spPr>
        <a:xfrm>
          <a:off x="2049948" y="313885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CAAD2-8EB4-44F9-9703-A3021467F4F5}">
      <dsp:nvSpPr>
        <dsp:cNvPr id="0" name=""/>
        <dsp:cNvSpPr/>
      </dsp:nvSpPr>
      <dsp:spPr>
        <a:xfrm>
          <a:off x="2517948" y="781885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16532-A1A6-4909-8439-A51889B6B6C8}">
      <dsp:nvSpPr>
        <dsp:cNvPr id="0" name=""/>
        <dsp:cNvSpPr/>
      </dsp:nvSpPr>
      <dsp:spPr>
        <a:xfrm>
          <a:off x="1347948" y="319388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Md. Golam Mostofa</a:t>
          </a:r>
          <a:endParaRPr lang="en-US" sz="1600" kern="1200"/>
        </a:p>
      </dsp:txBody>
      <dsp:txXfrm>
        <a:off x="1347948" y="3193885"/>
        <a:ext cx="3600000" cy="720000"/>
      </dsp:txXfrm>
    </dsp:sp>
    <dsp:sp modelId="{53A473AA-2D47-4001-88EC-BBC7E7523C58}">
      <dsp:nvSpPr>
        <dsp:cNvPr id="0" name=""/>
        <dsp:cNvSpPr/>
      </dsp:nvSpPr>
      <dsp:spPr>
        <a:xfrm>
          <a:off x="6279948" y="313885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9002C0-3907-4944-A085-0062B2B4063A}">
      <dsp:nvSpPr>
        <dsp:cNvPr id="0" name=""/>
        <dsp:cNvSpPr/>
      </dsp:nvSpPr>
      <dsp:spPr>
        <a:xfrm>
          <a:off x="6747948" y="781885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53B96-4F0A-4B87-96A2-FCFF3DBD857B}">
      <dsp:nvSpPr>
        <dsp:cNvPr id="0" name=""/>
        <dsp:cNvSpPr/>
      </dsp:nvSpPr>
      <dsp:spPr>
        <a:xfrm>
          <a:off x="5577948" y="319388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golam.mostofa@bizzntek.com</a:t>
          </a:r>
          <a:endParaRPr lang="en-US" sz="1600" kern="1200"/>
        </a:p>
      </dsp:txBody>
      <dsp:txXfrm>
        <a:off x="5577948" y="3193885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"/>
          <p:cNvSpPr>
            <a:spLocks noGrp="1"/>
          </p:cNvSpPr>
          <p:nvPr>
            <p:ph type="hdr"/>
          </p:nvPr>
        </p:nvSpPr>
        <p:spPr>
          <a:xfrm>
            <a:off x="0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t" anchorCtr="0">
            <a:prstTxWarp prst="textNoShape">
              <a:avLst/>
            </a:prstTxWarp>
          </a:bodyPr>
          <a:lstStyle/>
          <a:p>
            <a:pPr algn="l"/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4" name="Text box"/>
          <p:cNvSpPr>
            <a:spLocks noGrp="1"/>
          </p:cNvSpPr>
          <p:nvPr>
            <p:ph type="dt" idx="1"/>
          </p:nvPr>
        </p:nvSpPr>
        <p:spPr>
          <a:xfrm>
            <a:off x="6992303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300">
                <a:latin typeface="Arial" charset="0"/>
                <a:ea typeface="Arial" charset="0"/>
                <a:cs typeface="Arial" charset="0"/>
                <a:sym typeface="Arial" charset="0"/>
              </a:rPr>
              <a:t>4/15/2026</a:t>
            </a:fld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5" name="Text box"/>
          <p:cNvSpPr>
            <a:spLocks noGrp="1"/>
          </p:cNvSpPr>
          <p:nvPr>
            <p:ph type="ftr" idx="2"/>
          </p:nvPr>
        </p:nvSpPr>
        <p:spPr>
          <a:xfrm>
            <a:off x="0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b" anchorCtr="0">
            <a:prstTxWarp prst="textNoShape">
              <a:avLst/>
            </a:prstTxWarp>
          </a:bodyPr>
          <a:lstStyle/>
          <a:p>
            <a:pPr algn="l"/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6" name="Text box"/>
          <p:cNvSpPr>
            <a:spLocks noGrp="1"/>
          </p:cNvSpPr>
          <p:nvPr>
            <p:ph type="sldNum" idx="3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‹#›</a:t>
            </a:fld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21148"/>
      </p:ext>
    </p:extLst>
  </p:cSld>
  <p:clrMap bg1="lt1" tx1="dk1" bg2="lt2" tx2="dk2" accent1="accent1" accent2="accent2" accent3="accent3" accent4="accent4" accent5="accent5" accent6="accent6" hlink="hlink" folHlink="folHlink"/>
  <p:hf sldNum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‹#›</a:t>
            </a:fld>
            <a:endParaRPr lang="zh-CN" altLang="en-US" sz="130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7" name="Text box"/>
          <p:cNvSpPr>
            <a:spLocks noGrp="1"/>
          </p:cNvSpPr>
          <p:nvPr>
            <p:ph type="hdr" idx="2"/>
          </p:nvPr>
        </p:nvSpPr>
        <p:spPr>
          <a:xfrm>
            <a:off x="0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3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8" name="Text box"/>
          <p:cNvSpPr>
            <a:spLocks noGrp="1"/>
          </p:cNvSpPr>
          <p:nvPr>
            <p:ph type="dt" idx="10"/>
          </p:nvPr>
        </p:nvSpPr>
        <p:spPr>
          <a:xfrm>
            <a:off x="6992303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cap="none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3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9" name="Object"/>
          <p:cNvSpPr>
            <a:spLocks noGrp="1" noRot="1" noChangeAspect="1"/>
          </p:cNvSpPr>
          <p:nvPr>
            <p:ph type="sldImg" idx="3"/>
          </p:nvPr>
        </p:nvSpPr>
        <p:spPr>
          <a:xfrm>
            <a:off x="3978275" y="914400"/>
            <a:ext cx="4387850" cy="2468562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" name="Text box"/>
          <p:cNvSpPr>
            <a:spLocks noGrp="1"/>
          </p:cNvSpPr>
          <p:nvPr>
            <p:ph type="body" idx="1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pPr marL="457200" indent="-228600"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11" name="Text box"/>
          <p:cNvSpPr>
            <a:spLocks noGrp="1"/>
          </p:cNvSpPr>
          <p:nvPr>
            <p:ph type="ftr"/>
          </p:nvPr>
        </p:nvSpPr>
        <p:spPr>
          <a:xfrm>
            <a:off x="0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3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9191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1pPr>
    <a:lvl2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2pPr>
    <a:lvl3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3pPr>
    <a:lvl4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4pPr>
    <a:lvl5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5pPr>
    <a:lvl6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6pPr>
    <a:lvl7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7pPr>
    <a:lvl8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8pPr>
    <a:lvl9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1</a:t>
            </a:fld>
            <a:endParaRPr lang="zh-CN" altLang="en-US" sz="130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9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978275" y="914400"/>
            <a:ext cx="4387850" cy="2468563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0" name="Text box"/>
          <p:cNvSpPr>
            <a:spLocks noGrp="1"/>
          </p:cNvSpPr>
          <p:nvPr>
            <p:ph type="body" idx="1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41" name="Rectangles"/>
          <p:cNvSpPr>
            <a:spLocks noGrp="1"/>
          </p:cNvSpPr>
          <p:nvPr>
            <p:ph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Lucida Sans"/>
              </a:r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890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0" y="6179518"/>
            <a:ext cx="12192000" cy="714053"/>
            <a:chOff x="0" y="6179518"/>
            <a:chExt cx="12192000" cy="714053"/>
          </a:xfrm>
        </p:grpSpPr>
        <p:sp>
          <p:nvSpPr>
            <p:cNvPr id="22" name="Rectangles"/>
            <p:cNvSpPr>
              <a:spLocks/>
            </p:cNvSpPr>
            <p:nvPr/>
          </p:nvSpPr>
          <p:spPr>
            <a:xfrm>
              <a:off x="0" y="6179518"/>
              <a:ext cx="12192000" cy="714053"/>
            </a:xfrm>
            <a:prstGeom prst="rect">
              <a:avLst/>
            </a:prstGeom>
            <a:solidFill>
              <a:srgbClr val="DDEAF6"/>
            </a:solidFill>
            <a:ln w="12700" cap="flat" cmpd="sng">
              <a:noFill/>
              <a:prstDash val="solid"/>
              <a:round/>
            </a:ln>
          </p:spPr>
        </p:sp>
        <p:grpSp>
          <p:nvGrpSpPr>
            <p:cNvPr id="5" name="Group 4"/>
            <p:cNvGrpSpPr/>
            <p:nvPr userDrawn="1"/>
          </p:nvGrpSpPr>
          <p:grpSpPr>
            <a:xfrm>
              <a:off x="199242" y="6324619"/>
              <a:ext cx="3401208" cy="456764"/>
              <a:chOff x="199242" y="6324619"/>
              <a:chExt cx="3401208" cy="456764"/>
            </a:xfrm>
          </p:grpSpPr>
          <p:pic>
            <p:nvPicPr>
              <p:cNvPr id="24" name="Images" descr="DUET"/>
              <p:cNvPicPr>
                <a:picLocks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99242" y="6324619"/>
                <a:ext cx="456765" cy="45676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</p:pic>
          <p:pic>
            <p:nvPicPr>
              <p:cNvPr id="2050" name="Picture 2" descr="EDGE Bangladesh"/>
              <p:cNvPicPr>
                <a:picLocks noChangeAspect="1" noChangeArrowheads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5962" y="6346349"/>
                <a:ext cx="860425" cy="4133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8" name="Picture 10" descr="BCCTMS - Login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36342" y="6357499"/>
                <a:ext cx="1764108" cy="391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7" name="Text box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defRPr sz="6000">
                <a:latin typeface="+mj-lt"/>
                <a:cs typeface="Times New Roman" panose="02020603050405020304" pitchFamily="18" charset="0"/>
              </a:defRPr>
            </a:lvl1pPr>
          </a:lstStyle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6000" b="0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Lucida Sans"/>
            </a:endParaRPr>
          </a:p>
        </p:txBody>
      </p:sp>
      <p:sp>
        <p:nvSpPr>
          <p:cNvPr id="18" name="Text box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400" b="0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Lucida Sans"/>
            </a:endParaRPr>
          </a:p>
        </p:txBody>
      </p:sp>
      <p:sp>
        <p:nvSpPr>
          <p:cNvPr id="19" name="Text box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20" name="Text box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21" name="Text box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algn="r"/>
            <a:fld id="{CAD2D6BD-DE1B-4B5F-8B41-2702339687B9}" type="slidenum">
              <a:rPr lang="en-US" altLang="zh-CN" b="0" smtClean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pPr algn="r"/>
              <a:t>‹#›</a:t>
            </a:fld>
            <a:endParaRPr lang="zh-CN" altLang="en-US" b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grpSp>
        <p:nvGrpSpPr>
          <p:cNvPr id="36" name="Group 35"/>
          <p:cNvGrpSpPr/>
          <p:nvPr userDrawn="1"/>
        </p:nvGrpSpPr>
        <p:grpSpPr>
          <a:xfrm>
            <a:off x="493487" y="391886"/>
            <a:ext cx="11219542" cy="5584507"/>
            <a:chOff x="1028700" y="1028700"/>
            <a:chExt cx="16230600" cy="8229600"/>
          </a:xfrm>
        </p:grpSpPr>
        <p:sp>
          <p:nvSpPr>
            <p:cNvPr id="37" name="Freeform 2"/>
            <p:cNvSpPr/>
            <p:nvPr/>
          </p:nvSpPr>
          <p:spPr>
            <a:xfrm>
              <a:off x="1028700" y="1028700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0" y="0"/>
                  </a:moveTo>
                  <a:lnTo>
                    <a:pt x="2516101" y="0"/>
                  </a:lnTo>
                  <a:lnTo>
                    <a:pt x="2516101" y="2516101"/>
                  </a:lnTo>
                  <a:lnTo>
                    <a:pt x="0" y="2516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8" name="Freeform 5"/>
            <p:cNvSpPr/>
            <p:nvPr/>
          </p:nvSpPr>
          <p:spPr>
            <a:xfrm flipH="1" flipV="1">
              <a:off x="14743199" y="6742199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2516101" y="2516101"/>
                  </a:moveTo>
                  <a:lnTo>
                    <a:pt x="0" y="2516101"/>
                  </a:lnTo>
                  <a:lnTo>
                    <a:pt x="0" y="0"/>
                  </a:lnTo>
                  <a:lnTo>
                    <a:pt x="2516101" y="0"/>
                  </a:lnTo>
                  <a:lnTo>
                    <a:pt x="2516101" y="2516101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9" name="Freeform 6"/>
            <p:cNvSpPr/>
            <p:nvPr/>
          </p:nvSpPr>
          <p:spPr>
            <a:xfrm flipH="1">
              <a:off x="14743199" y="1028700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2516101" y="0"/>
                  </a:moveTo>
                  <a:lnTo>
                    <a:pt x="0" y="0"/>
                  </a:lnTo>
                  <a:lnTo>
                    <a:pt x="0" y="2516101"/>
                  </a:lnTo>
                  <a:lnTo>
                    <a:pt x="2516101" y="2516101"/>
                  </a:lnTo>
                  <a:lnTo>
                    <a:pt x="2516101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Freeform 7"/>
            <p:cNvSpPr/>
            <p:nvPr/>
          </p:nvSpPr>
          <p:spPr>
            <a:xfrm flipV="1">
              <a:off x="1028700" y="6678599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0" y="2516101"/>
                  </a:moveTo>
                  <a:lnTo>
                    <a:pt x="2516101" y="2516101"/>
                  </a:lnTo>
                  <a:lnTo>
                    <a:pt x="2516101" y="0"/>
                  </a:lnTo>
                  <a:lnTo>
                    <a:pt x="0" y="0"/>
                  </a:lnTo>
                  <a:lnTo>
                    <a:pt x="0" y="2516101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33156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4664"/>
            <a:ext cx="10515600" cy="1325562"/>
          </a:xfr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‹#›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10515600" cy="4122737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4980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‹#›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013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0" y="6179518"/>
            <a:ext cx="12192000" cy="714053"/>
            <a:chOff x="0" y="6179518"/>
            <a:chExt cx="12192000" cy="714053"/>
          </a:xfrm>
        </p:grpSpPr>
        <p:sp>
          <p:nvSpPr>
            <p:cNvPr id="8" name="Rectangles"/>
            <p:cNvSpPr>
              <a:spLocks/>
            </p:cNvSpPr>
            <p:nvPr/>
          </p:nvSpPr>
          <p:spPr>
            <a:xfrm>
              <a:off x="0" y="6179518"/>
              <a:ext cx="12192000" cy="714053"/>
            </a:xfrm>
            <a:prstGeom prst="rect">
              <a:avLst/>
            </a:prstGeom>
            <a:solidFill>
              <a:srgbClr val="DDEAF6"/>
            </a:solidFill>
            <a:ln w="12700" cap="flat" cmpd="sng">
              <a:noFill/>
              <a:prstDash val="solid"/>
              <a:round/>
            </a:ln>
          </p:spPr>
        </p:sp>
        <p:grpSp>
          <p:nvGrpSpPr>
            <p:cNvPr id="9" name="Group 8"/>
            <p:cNvGrpSpPr/>
            <p:nvPr userDrawn="1"/>
          </p:nvGrpSpPr>
          <p:grpSpPr>
            <a:xfrm>
              <a:off x="199242" y="6324619"/>
              <a:ext cx="3401208" cy="456764"/>
              <a:chOff x="199242" y="6324619"/>
              <a:chExt cx="3401208" cy="456764"/>
            </a:xfrm>
          </p:grpSpPr>
          <p:pic>
            <p:nvPicPr>
              <p:cNvPr id="10" name="Images" descr="DUET"/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99242" y="6324619"/>
                <a:ext cx="456765" cy="45676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</p:pic>
          <p:pic>
            <p:nvPicPr>
              <p:cNvPr id="11" name="Picture 2" descr="EDGE Bangladesh"/>
              <p:cNvPicPr>
                <a:picLocks noChangeAspect="1" noChangeArrowheads="1"/>
              </p:cNvPicPr>
              <p:nvPr userDrawn="1"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5962" y="6346349"/>
                <a:ext cx="860425" cy="4133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10" descr="BCCTMS - Login"/>
              <p:cNvPicPr>
                <a:picLocks noChangeAspect="1" noChangeArrowheads="1"/>
              </p:cNvPicPr>
              <p:nvPr userDrawn="1"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36342" y="6357499"/>
                <a:ext cx="1764108" cy="391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cap="none" dirty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</a:bodyPr>
          <a:lstStyle/>
          <a:p>
            <a: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charset="0"/>
              <a:buChar char="•"/>
            </a:pPr>
            <a:endParaRPr lang="zh-CN" altLang="en-US" sz="2800" b="0" i="0" u="none" strike="noStrike" cap="none" dirty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4" name="Text box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5" name="Text box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>
            <a:lvl1pPr>
              <a:defRPr sz="1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‹#›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56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62" r:id="rId2"/>
    <p:sldLayoutId id="2147483661" r:id="rId3"/>
  </p:sldLayoutIdLst>
  <p:hf hdr="0" ftr="0" dt="0"/>
  <p:txStyles>
    <p:title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+mj-lt"/>
          <a:ea typeface="Times New Roman" panose="02020603050405020304" pitchFamily="18" charset="0"/>
          <a:cs typeface="Times New Roman" panose="02020603050405020304" pitchFamily="18" charset="0"/>
        </a:defRPr>
      </a:lvl1pPr>
    </p:titleStyle>
    <p:body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  <a:lvl2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2pPr>
      <a:lvl3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3pPr>
      <a:lvl4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4pPr>
      <a:lvl5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5pPr>
      <a:lvl6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6pPr>
      <a:lvl7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7pPr>
      <a:lvl8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8pPr>
      <a:lvl9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llama.com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ollama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shuvo881/Software-Testing-EDGE_2026-/blob/main/class%20-%201/llama_test_sheet.xlsx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Combination"/>
          <p:cNvGrpSpPr>
            <a:grpSpLocks/>
          </p:cNvGrpSpPr>
          <p:nvPr/>
        </p:nvGrpSpPr>
        <p:grpSpPr>
          <a:xfrm>
            <a:off x="3100181" y="616944"/>
            <a:ext cx="5804025" cy="1185339"/>
            <a:chOff x="3100181" y="616944"/>
            <a:chExt cx="5804025" cy="1185339"/>
          </a:xfrm>
        </p:grpSpPr>
        <p:sp>
          <p:nvSpPr>
            <p:cNvPr id="30" name="Rectangles"/>
            <p:cNvSpPr>
              <a:spLocks/>
            </p:cNvSpPr>
            <p:nvPr/>
          </p:nvSpPr>
          <p:spPr>
            <a:xfrm>
              <a:off x="3100181" y="616944"/>
              <a:ext cx="5804025" cy="64629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zh-CN" sz="3600" b="1" dirty="0"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 Foundational Skills Program</a:t>
              </a:r>
              <a:endParaRPr lang="zh-CN" altLang="en-US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  <p:sp>
          <p:nvSpPr>
            <p:cNvPr id="31" name="Rectangles"/>
            <p:cNvSpPr>
              <a:spLocks/>
            </p:cNvSpPr>
            <p:nvPr/>
          </p:nvSpPr>
          <p:spPr>
            <a:xfrm>
              <a:off x="3357371" y="1279064"/>
              <a:ext cx="5289640" cy="52321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 charset="0"/>
                </a:rPr>
                <a:t>Course Title: Software Testing</a:t>
              </a:r>
              <a:endParaRPr lang="zh-CN" altLang="en-US" sz="2800" b="1" i="0" u="none" strike="noStrike" kern="0" cap="none" spc="0" baseline="0" dirty="0">
                <a:solidFill>
                  <a:srgbClr val="0070C0"/>
                </a:solidFill>
                <a:latin typeface="Calibri" charset="0"/>
                <a:ea typeface="Calibri" charset="0"/>
                <a:cs typeface="Calibri" charset="0"/>
                <a:sym typeface="Calibri" charset="0"/>
              </a:endParaRPr>
            </a:p>
          </p:txBody>
        </p:sp>
      </p:grpSp>
      <p:sp>
        <p:nvSpPr>
          <p:cNvPr id="33" name="Rectangles"/>
          <p:cNvSpPr>
            <a:spLocks/>
          </p:cNvSpPr>
          <p:nvPr/>
        </p:nvSpPr>
        <p:spPr>
          <a:xfrm>
            <a:off x="3044119" y="3539400"/>
            <a:ext cx="5960874" cy="15080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2400" b="1" dirty="0">
                <a:latin typeface="Calibri"/>
                <a:cs typeface="Calibri"/>
              </a:rPr>
              <a:t>Md. Golam </a:t>
            </a:r>
            <a:r>
              <a:rPr lang="en-US" altLang="zh-CN" sz="2400" b="1" dirty="0" err="1">
                <a:latin typeface="Calibri"/>
                <a:cs typeface="Calibri"/>
              </a:rPr>
              <a:t>Mostofa</a:t>
            </a:r>
            <a:endParaRPr lang="en-US" altLang="zh-CN" sz="2400" b="1" i="0" u="none" strike="noStrike" kern="0" cap="none" spc="0" baseline="0" dirty="0" err="1">
              <a:solidFill>
                <a:srgbClr val="000000"/>
              </a:solidFill>
              <a:latin typeface="Calibri"/>
              <a:cs typeface="Calibri"/>
            </a:endParaRPr>
          </a:p>
          <a:p>
            <a:pPr algn="ctr"/>
            <a:r>
              <a:rPr lang="en-US" altLang="zh-CN" dirty="0">
                <a:latin typeface="Arial"/>
                <a:cs typeface="Arial"/>
              </a:rPr>
              <a:t>AI/ML-QA Engineer, </a:t>
            </a:r>
            <a:r>
              <a:rPr lang="en-US" altLang="zh-CN" dirty="0" err="1">
                <a:latin typeface="Arial"/>
                <a:cs typeface="Arial"/>
              </a:rPr>
              <a:t>Bizzntek</a:t>
            </a:r>
            <a:r>
              <a:rPr lang="en-US" altLang="zh-CN" dirty="0">
                <a:latin typeface="Arial"/>
                <a:cs typeface="Arial"/>
              </a:rPr>
              <a:t> Ltd</a:t>
            </a:r>
            <a:endParaRPr lang="en-US" altLang="zh-CN" sz="1400" b="0" i="0" u="none" strike="noStrike" kern="0" cap="none" spc="0" baseline="0" dirty="0">
              <a:solidFill>
                <a:srgbClr val="000000"/>
              </a:solidFill>
              <a:latin typeface="Arial"/>
              <a:cs typeface="Arial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latin typeface="+mj-lt"/>
                <a:ea typeface="Calibri" charset="0"/>
                <a:cs typeface="Calibri" charset="0"/>
                <a:sym typeface="Calibri" charset="0"/>
              </a:rPr>
              <a:t>and</a:t>
            </a:r>
            <a:endParaRPr lang="en-US" altLang="zh-CN" sz="2800" b="1" i="0" u="none" strike="noStrike" kern="0" cap="none" spc="0" baseline="0" dirty="0">
              <a:solidFill>
                <a:srgbClr val="000000"/>
              </a:solidFill>
              <a:latin typeface="+mj-lt"/>
              <a:ea typeface="Calibri" charset="0"/>
              <a:cs typeface="Calibri" charset="0"/>
              <a:sym typeface="Calibri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latin typeface="Calibri" charset="0"/>
                <a:cs typeface="Calibri" charset="0"/>
                <a:sym typeface="Calibri" charset="0"/>
              </a:rPr>
              <a:t>Trainer2 Name</a:t>
            </a:r>
          </a:p>
          <a:p>
            <a:pPr algn="ctr"/>
            <a:r>
              <a:rPr lang="en-US" altLang="zh-CN" dirty="0">
                <a:sym typeface="Calibri" charset="0"/>
              </a:rPr>
              <a:t>Trainer2 Designation</a:t>
            </a:r>
            <a:endParaRPr lang="en-US" altLang="zh-CN" dirty="0">
              <a:sym typeface="Arial" charset="0"/>
            </a:endParaRPr>
          </a:p>
        </p:txBody>
      </p:sp>
      <p:pic>
        <p:nvPicPr>
          <p:cNvPr id="34" name="Images" descr="DUET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13169" y="1942006"/>
            <a:ext cx="875522" cy="8755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pic>
      <p:sp>
        <p:nvSpPr>
          <p:cNvPr id="38" name="Rectangles"/>
          <p:cNvSpPr>
            <a:spLocks/>
          </p:cNvSpPr>
          <p:nvPr/>
        </p:nvSpPr>
        <p:spPr>
          <a:xfrm>
            <a:off x="4895958" y="2949269"/>
            <a:ext cx="2229649" cy="3692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0" cap="none" spc="0" baseline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Date: </a:t>
            </a:r>
            <a:r>
              <a:rPr lang="en-US" altLang="zh-CN" sz="1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April</a:t>
            </a:r>
            <a:r>
              <a:rPr lang="en-US" altLang="zh-CN" sz="1800" b="1" i="0" u="none" strike="noStrike" kern="0" cap="none" spc="0" baseline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 </a:t>
            </a:r>
            <a:r>
              <a:rPr lang="en-US" altLang="zh-CN" sz="1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17</a:t>
            </a:r>
            <a:r>
              <a:rPr lang="en-US" altLang="zh-CN" sz="1800" b="1" i="0" u="none" strike="noStrike" kern="0" cap="none" spc="0" baseline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, 2026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Calibri"/>
              <a:cs typeface="Calibri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64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" y="155576"/>
            <a:ext cx="5133975" cy="1096962"/>
          </a:xfrm>
        </p:spPr>
        <p:txBody>
          <a:bodyPr/>
          <a:lstStyle/>
          <a:p>
            <a:pPr algn="ctr"/>
            <a:r>
              <a:rPr lang="en-US" sz="5400" b="1">
                <a:latin typeface="Arial"/>
                <a:cs typeface="Arial"/>
              </a:rPr>
              <a:t>AI Model Test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AD2D6BD-DE1B-4B5F-8B41-2702339687B9}" type="slidenum">
              <a:rPr lang="en-US" altLang="zh-CN" smtClean="0">
                <a:sym typeface="Calibri" charset="0"/>
              </a:rPr>
              <a:pPr/>
              <a:t>2</a:t>
            </a:fld>
            <a:endParaRPr lang="zh-CN" altLang="en-US">
              <a:sym typeface="Calibri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8176" y="1357611"/>
            <a:ext cx="317658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>
                <a:latin typeface="+mj-lt"/>
                <a:cs typeface="Arial"/>
              </a:rPr>
              <a:t>LLM Come From</a:t>
            </a:r>
            <a:endParaRPr lang="en-US" sz="2800" b="1" dirty="0">
              <a:latin typeface="+mj-lt"/>
            </a:endParaRP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66C423A3-1F8A-B7BA-CCF1-7C1FEE25A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613" y="1876425"/>
            <a:ext cx="4886325" cy="2571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1E4130-AB84-6BCA-40E2-58A01AFE7541}"/>
              </a:ext>
            </a:extLst>
          </p:cNvPr>
          <p:cNvSpPr txBox="1"/>
          <p:nvPr/>
        </p:nvSpPr>
        <p:spPr>
          <a:xfrm>
            <a:off x="973794" y="2241993"/>
            <a:ext cx="5143166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LLM stands for Large Language Model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Trained on massive amounts of text data from the internet, books, and articles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Learns patterns in language to generate human-like responses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Based on the Transformer architecture, introduced by Google in 2017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Major developers include OpenAI, Google, Meta, and Anthropic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Requires large-scale computing power (GPUs/TPUs) to train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Examples: GPT-4, Gemini, Claude, Llama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334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52F97-8582-EC61-5138-66A1CF757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58B8-E759-0A7A-9DE5-B62601E9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55576"/>
            <a:ext cx="5133975" cy="1096962"/>
          </a:xfrm>
        </p:spPr>
        <p:txBody>
          <a:bodyPr/>
          <a:lstStyle/>
          <a:p>
            <a:pPr algn="ctr"/>
            <a:r>
              <a:rPr lang="en-US" sz="5400" b="1">
                <a:latin typeface="Arial"/>
                <a:cs typeface="Arial"/>
              </a:rPr>
              <a:t>AI Model Test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80C790-851F-3054-FCE9-0F8A2C3E55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AD2D6BD-DE1B-4B5F-8B41-2702339687B9}" type="slidenum">
              <a:rPr lang="en-US" altLang="zh-CN" smtClean="0">
                <a:sym typeface="Calibri" charset="0"/>
              </a:rPr>
              <a:pPr/>
              <a:t>3</a:t>
            </a:fld>
            <a:endParaRPr lang="zh-CN" altLang="en-US">
              <a:sym typeface="Calibri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FF90F-1276-C587-79B5-D61638D526AA}"/>
              </a:ext>
            </a:extLst>
          </p:cNvPr>
          <p:cNvSpPr txBox="1"/>
          <p:nvPr/>
        </p:nvSpPr>
        <p:spPr>
          <a:xfrm>
            <a:off x="381001" y="1357611"/>
            <a:ext cx="266223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>
                <a:latin typeface="Arial"/>
                <a:cs typeface="Arial"/>
              </a:rPr>
              <a:t>The Dilemma</a:t>
            </a:r>
            <a:endParaRPr lang="en-US" sz="2800" b="1" dirty="0">
              <a:latin typeface="+mj-lt"/>
            </a:endParaRPr>
          </a:p>
        </p:txBody>
      </p:sp>
      <p:pic>
        <p:nvPicPr>
          <p:cNvPr id="6" name="Picture 5" descr="A black and white background with letters&#10;&#10;AI-generated content may be incorrect.">
            <a:extLst>
              <a:ext uri="{FF2B5EF4-FFF2-40B4-BE49-F238E27FC236}">
                <a16:creationId xmlns:a16="http://schemas.microsoft.com/office/drawing/2014/main" id="{E93F00C7-A243-0552-1184-BF0250C88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063" y="2581275"/>
            <a:ext cx="4257675" cy="1695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50524E-FD64-D9AA-E710-B2F9623EFE51}"/>
              </a:ext>
            </a:extLst>
          </p:cNvPr>
          <p:cNvSpPr txBox="1"/>
          <p:nvPr/>
        </p:nvSpPr>
        <p:spPr>
          <a:xfrm>
            <a:off x="713362" y="2579637"/>
            <a:ext cx="4919703" cy="26570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Most LLMs run on cloud servers, requiring internet access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Sending data to external servers raises privacy concerns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Cloud-based AI can be costly for frequent use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Organizations become dependent on third-party providers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Risk of data leakage for sensitive or confidential information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Question: Can we run powerful AI locally without sharing our data?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36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C2943-AB10-0D64-1068-C4785AE31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3E814-88CD-700B-1B6C-0C78091D0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55576"/>
            <a:ext cx="5133975" cy="1096962"/>
          </a:xfrm>
        </p:spPr>
        <p:txBody>
          <a:bodyPr/>
          <a:lstStyle/>
          <a:p>
            <a:pPr algn="ctr"/>
            <a:r>
              <a:rPr lang="en-US" sz="5400" b="1">
                <a:latin typeface="Arial"/>
                <a:cs typeface="Arial"/>
              </a:rPr>
              <a:t>AI Model Test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95F383-3E36-C148-8B92-98F9A9D4C6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AD2D6BD-DE1B-4B5F-8B41-2702339687B9}" type="slidenum">
              <a:rPr lang="en-US" altLang="zh-CN" smtClean="0">
                <a:sym typeface="Calibri" charset="0"/>
              </a:rPr>
              <a:pPr/>
              <a:t>4</a:t>
            </a:fld>
            <a:endParaRPr lang="zh-CN" altLang="en-US">
              <a:sym typeface="Calibri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84B8E-B13D-29ED-600D-815776679D56}"/>
              </a:ext>
            </a:extLst>
          </p:cNvPr>
          <p:cNvSpPr txBox="1"/>
          <p:nvPr/>
        </p:nvSpPr>
        <p:spPr>
          <a:xfrm>
            <a:off x="381001" y="1357611"/>
            <a:ext cx="266223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latin typeface="+mj-lt"/>
                <a:cs typeface="Arial"/>
              </a:rPr>
              <a:t>Intro </a:t>
            </a:r>
            <a:r>
              <a:rPr lang="en-US" sz="2800" b="1" dirty="0" err="1">
                <a:latin typeface="+mj-lt"/>
                <a:cs typeface="Arial"/>
              </a:rPr>
              <a:t>Ollama</a:t>
            </a:r>
            <a:endParaRPr lang="en-US" sz="2800" b="1" dirty="0" err="1">
              <a:latin typeface="+mj-lt"/>
            </a:endParaRPr>
          </a:p>
        </p:txBody>
      </p:sp>
      <p:pic>
        <p:nvPicPr>
          <p:cNvPr id="8" name="Picture 7" descr="Ollama">
            <a:extLst>
              <a:ext uri="{FF2B5EF4-FFF2-40B4-BE49-F238E27FC236}">
                <a16:creationId xmlns:a16="http://schemas.microsoft.com/office/drawing/2014/main" id="{B3EE1E10-8478-15FD-C264-82A4EA595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415" y="1360819"/>
            <a:ext cx="2298413" cy="32507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ED7E5B-18F7-9841-3450-976E7E575AE0}"/>
              </a:ext>
            </a:extLst>
          </p:cNvPr>
          <p:cNvSpPr txBox="1"/>
          <p:nvPr/>
        </p:nvSpPr>
        <p:spPr>
          <a:xfrm>
            <a:off x="962471" y="2638305"/>
            <a:ext cx="5593661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cs typeface="Arial"/>
              </a:rPr>
              <a:t>Ollama</a:t>
            </a:r>
            <a:r>
              <a:rPr lang="en-US" dirty="0">
                <a:latin typeface="Arial"/>
                <a:cs typeface="Arial"/>
              </a:rPr>
              <a:t> is a free, open-source tool to run LLMs locally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No internet required after initial setup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Works on macOS, Linux, and Windows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Simple command-line interface to download and manage models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Supports many popular models: Llama, Mistral, Gemma, and more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Keeps all data on your own machine, fully private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333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C2A9B-8A6F-C63D-CE73-25DBE359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1DE53-3763-6CEF-E18B-FACC11CE0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55576"/>
            <a:ext cx="5133975" cy="1096962"/>
          </a:xfrm>
        </p:spPr>
        <p:txBody>
          <a:bodyPr/>
          <a:lstStyle/>
          <a:p>
            <a:pPr algn="ctr"/>
            <a:r>
              <a:rPr lang="en-US" sz="5400" b="1">
                <a:latin typeface="Arial"/>
                <a:cs typeface="Arial"/>
              </a:rPr>
              <a:t>AI Model Test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C5D76D-A6C2-8ADD-BC89-DD746FCE48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AD2D6BD-DE1B-4B5F-8B41-2702339687B9}" type="slidenum">
              <a:rPr lang="en-US" altLang="zh-CN" smtClean="0">
                <a:sym typeface="Calibri" charset="0"/>
              </a:rPr>
              <a:pPr/>
              <a:t>5</a:t>
            </a:fld>
            <a:endParaRPr lang="zh-CN" altLang="en-US">
              <a:sym typeface="Calibri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C4EC7B-DA1A-7CE7-942D-E086582D57C6}"/>
              </a:ext>
            </a:extLst>
          </p:cNvPr>
          <p:cNvSpPr txBox="1"/>
          <p:nvPr/>
        </p:nvSpPr>
        <p:spPr>
          <a:xfrm>
            <a:off x="381001" y="1357611"/>
            <a:ext cx="367188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 err="1">
                <a:latin typeface="+mj-lt"/>
                <a:cs typeface="Arial"/>
              </a:rPr>
              <a:t>Ollama</a:t>
            </a:r>
            <a:r>
              <a:rPr lang="en-US" sz="2800" b="1" dirty="0">
                <a:latin typeface="+mj-lt"/>
                <a:cs typeface="Arial"/>
              </a:rPr>
              <a:t> Installation</a:t>
            </a:r>
            <a:endParaRPr lang="en-US" sz="2800" b="1" dirty="0">
              <a:latin typeface="+mj-lt"/>
            </a:endParaRPr>
          </a:p>
        </p:txBody>
      </p:sp>
      <p:pic>
        <p:nvPicPr>
          <p:cNvPr id="8" name="Picture 7" descr="Ollama">
            <a:extLst>
              <a:ext uri="{FF2B5EF4-FFF2-40B4-BE49-F238E27FC236}">
                <a16:creationId xmlns:a16="http://schemas.microsoft.com/office/drawing/2014/main" id="{B47BCFE0-0917-2F72-1637-A6C584FA3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415" y="1360819"/>
            <a:ext cx="2298413" cy="32507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E7C1B8-AAAF-F578-462F-151551F0D915}"/>
              </a:ext>
            </a:extLst>
          </p:cNvPr>
          <p:cNvSpPr txBox="1"/>
          <p:nvPr/>
        </p:nvSpPr>
        <p:spPr>
          <a:xfrm>
            <a:off x="679392" y="2502426"/>
            <a:ext cx="4291492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Visit the official website: </a:t>
            </a:r>
            <a:r>
              <a:rPr lang="en-US" dirty="0">
                <a:hlinkClick r:id="rId3"/>
              </a:rPr>
              <a:t>https://ollama.com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Download the installer for your operating system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Run the installer and follow the on-screen steps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Open a terminal after installation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Verify by typing: </a:t>
            </a:r>
            <a:r>
              <a:rPr lang="en-US" dirty="0" err="1">
                <a:latin typeface="Consolas"/>
                <a:cs typeface="Arial"/>
              </a:rPr>
              <a:t>ollama</a:t>
            </a:r>
            <a:r>
              <a:rPr lang="en-US" dirty="0">
                <a:latin typeface="Consolas"/>
                <a:cs typeface="Arial"/>
              </a:rPr>
              <a:t> --version</a:t>
            </a: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You should see the installed version number if successful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67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F67BF-3EFE-FBB3-5518-6FECE092E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AB4E6-B437-8C98-9097-BD1A7336B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55576"/>
            <a:ext cx="6610350" cy="1096962"/>
          </a:xfrm>
        </p:spPr>
        <p:txBody>
          <a:bodyPr/>
          <a:lstStyle/>
          <a:p>
            <a:pPr algn="ctr"/>
            <a:r>
              <a:rPr lang="en-US" sz="5400" b="1" dirty="0" err="1">
                <a:latin typeface="Arial"/>
                <a:cs typeface="Arial"/>
              </a:rPr>
              <a:t>Ollama</a:t>
            </a:r>
            <a:r>
              <a:rPr lang="en-US" sz="5400" b="1" dirty="0">
                <a:latin typeface="Arial"/>
                <a:cs typeface="Arial"/>
              </a:rPr>
              <a:t> Installation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5B22CA-05D7-7ABB-6BF5-A86C67EC33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AD2D6BD-DE1B-4B5F-8B41-2702339687B9}" type="slidenum">
              <a:rPr lang="en-US" altLang="zh-CN" smtClean="0">
                <a:sym typeface="Calibri" charset="0"/>
              </a:rPr>
              <a:pPr/>
              <a:t>6</a:t>
            </a:fld>
            <a:endParaRPr lang="zh-CN" altLang="en-US">
              <a:sym typeface="Calibri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314EC1-BF83-8755-939B-624CA61561D7}"/>
              </a:ext>
            </a:extLst>
          </p:cNvPr>
          <p:cNvSpPr txBox="1"/>
          <p:nvPr/>
        </p:nvSpPr>
        <p:spPr>
          <a:xfrm>
            <a:off x="679392" y="2502426"/>
            <a:ext cx="429149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Visit the official website: </a:t>
            </a:r>
            <a:r>
              <a:rPr lang="en-US" dirty="0">
                <a:hlinkClick r:id="rId2"/>
              </a:rPr>
              <a:t>https://ollama.com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Click on Download</a:t>
            </a:r>
            <a:endParaRPr lang="en-US"/>
          </a:p>
          <a:p>
            <a:endParaRPr lang="en-US" dirty="0"/>
          </a:p>
          <a:p>
            <a:pPr algn="l"/>
            <a:endParaRPr lang="en-US" dirty="0"/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ED34BD60-B9BD-6E90-23D9-E20DE865A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5" y="1712370"/>
            <a:ext cx="5715000" cy="330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73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52FB1-AEF3-A3BE-90C7-3789352D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F02CA-2A88-01D3-D6E5-050C27D3F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55576"/>
            <a:ext cx="6610350" cy="1096962"/>
          </a:xfrm>
        </p:spPr>
        <p:txBody>
          <a:bodyPr/>
          <a:lstStyle/>
          <a:p>
            <a:pPr algn="ctr"/>
            <a:r>
              <a:rPr lang="en-US" sz="5400" b="1" err="1">
                <a:latin typeface="Arial"/>
                <a:cs typeface="Arial"/>
              </a:rPr>
              <a:t>Ollama</a:t>
            </a:r>
            <a:r>
              <a:rPr lang="en-US" sz="5400" b="1">
                <a:latin typeface="Arial"/>
                <a:cs typeface="Arial"/>
              </a:rPr>
              <a:t> Installation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F40B2C-5E22-9E7D-F93E-BEDE6D27F6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AD2D6BD-DE1B-4B5F-8B41-2702339687B9}" type="slidenum">
              <a:rPr lang="en-US" altLang="zh-CN" smtClean="0">
                <a:sym typeface="Calibri" charset="0"/>
              </a:rPr>
              <a:pPr/>
              <a:t>7</a:t>
            </a:fld>
            <a:endParaRPr lang="zh-CN" altLang="en-US">
              <a:sym typeface="Calibri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74DAC9-43A3-0847-EB54-FB8E0CC1C864}"/>
              </a:ext>
            </a:extLst>
          </p:cNvPr>
          <p:cNvSpPr txBox="1"/>
          <p:nvPr/>
        </p:nvSpPr>
        <p:spPr>
          <a:xfrm>
            <a:off x="679392" y="2502426"/>
            <a:ext cx="4291492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Download the installer for your operating system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Run the installer and follow the on-screen steps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Open a terminal after installation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Verify by typing: </a:t>
            </a:r>
            <a:r>
              <a:rPr lang="en-US" dirty="0" err="1">
                <a:latin typeface="Consolas"/>
                <a:cs typeface="Arial"/>
              </a:rPr>
              <a:t>ollama</a:t>
            </a:r>
            <a:r>
              <a:rPr lang="en-US" dirty="0">
                <a:latin typeface="Consolas"/>
                <a:cs typeface="Arial"/>
              </a:rPr>
              <a:t> --version</a:t>
            </a: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You should see the installed version number if successful</a:t>
            </a:r>
          </a:p>
          <a:p>
            <a:pPr algn="l"/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81AAD4-D873-94FE-3153-1F4EE0AB4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475" y="1766888"/>
            <a:ext cx="399097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84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97D57-D8D7-9F71-9BA1-648DEE601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CC7F-2D31-7FB2-4280-C8EEFEBAA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55576"/>
            <a:ext cx="6610350" cy="1096962"/>
          </a:xfrm>
        </p:spPr>
        <p:txBody>
          <a:bodyPr/>
          <a:lstStyle/>
          <a:p>
            <a:pPr algn="ctr"/>
            <a:r>
              <a:rPr lang="en-US" sz="5400" b="1" err="1">
                <a:latin typeface="Arial"/>
                <a:cs typeface="Arial"/>
              </a:rPr>
              <a:t>Ollama</a:t>
            </a:r>
            <a:r>
              <a:rPr lang="en-US" sz="5400" b="1">
                <a:latin typeface="Arial"/>
                <a:cs typeface="Arial"/>
              </a:rPr>
              <a:t> Installation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27F9B3-13C9-D239-C69C-43EBB5E424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AD2D6BD-DE1B-4B5F-8B41-2702339687B9}" type="slidenum">
              <a:rPr lang="en-US" altLang="zh-CN" smtClean="0">
                <a:sym typeface="Calibri" charset="0"/>
              </a:rPr>
              <a:pPr/>
              <a:t>8</a:t>
            </a:fld>
            <a:endParaRPr lang="zh-CN" altLang="en-US">
              <a:sym typeface="Calibri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CAD231-B3A1-2E85-A719-41655F69E4F7}"/>
              </a:ext>
            </a:extLst>
          </p:cNvPr>
          <p:cNvSpPr txBox="1"/>
          <p:nvPr/>
        </p:nvSpPr>
        <p:spPr>
          <a:xfrm>
            <a:off x="679392" y="2502426"/>
            <a:ext cx="429149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Open a terminal after installation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Verify by typing: </a:t>
            </a:r>
            <a:r>
              <a:rPr lang="en-US" dirty="0" err="1">
                <a:latin typeface="Consolas"/>
                <a:cs typeface="Arial"/>
              </a:rPr>
              <a:t>ollama</a:t>
            </a:r>
            <a:r>
              <a:rPr lang="en-US" dirty="0">
                <a:latin typeface="Consolas"/>
                <a:cs typeface="Arial"/>
              </a:rPr>
              <a:t> --version</a:t>
            </a: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You should see the installed version number if successful</a:t>
            </a:r>
          </a:p>
          <a:p>
            <a:pPr algn="l"/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43A4CC-B511-669E-B55D-AB40C31E2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885" y="2027795"/>
            <a:ext cx="5236176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40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143EB-5D5A-871A-5EDC-EE349434C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C016B-AD2E-3D5F-EC95-CB3ADD80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55576"/>
            <a:ext cx="5133975" cy="1096962"/>
          </a:xfrm>
        </p:spPr>
        <p:txBody>
          <a:bodyPr/>
          <a:lstStyle/>
          <a:p>
            <a:pPr algn="ctr"/>
            <a:r>
              <a:rPr lang="en-US" sz="5400" b="1">
                <a:latin typeface="Arial"/>
                <a:cs typeface="Arial"/>
              </a:rPr>
              <a:t>AI Model Test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6D0DEA-51F0-3175-CD36-574D02217B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AD2D6BD-DE1B-4B5F-8B41-2702339687B9}" type="slidenum">
              <a:rPr lang="en-US" altLang="zh-CN" smtClean="0">
                <a:sym typeface="Calibri" charset="0"/>
              </a:rPr>
              <a:pPr/>
              <a:t>9</a:t>
            </a:fld>
            <a:endParaRPr lang="zh-CN" altLang="en-US">
              <a:sym typeface="Calibri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7364A-05F2-784C-59C7-061F992BC875}"/>
              </a:ext>
            </a:extLst>
          </p:cNvPr>
          <p:cNvSpPr txBox="1"/>
          <p:nvPr/>
        </p:nvSpPr>
        <p:spPr>
          <a:xfrm>
            <a:off x="381001" y="1357611"/>
            <a:ext cx="460533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latin typeface="+mj-lt"/>
                <a:cs typeface="Arial"/>
              </a:rPr>
              <a:t>Intro Llama3.1: </a:t>
            </a:r>
            <a:r>
              <a:rPr lang="en-US" sz="2800" b="1">
                <a:latin typeface="+mj-lt"/>
                <a:cs typeface="Arial"/>
              </a:rPr>
              <a:t>8b Model</a:t>
            </a:r>
            <a:endParaRPr lang="en-US" sz="2800" b="1" dirty="0">
              <a:latin typeface="+mj-lt"/>
            </a:endParaRPr>
          </a:p>
        </p:txBody>
      </p:sp>
      <p:pic>
        <p:nvPicPr>
          <p:cNvPr id="8" name="Picture 7" descr="Ollama">
            <a:extLst>
              <a:ext uri="{FF2B5EF4-FFF2-40B4-BE49-F238E27FC236}">
                <a16:creationId xmlns:a16="http://schemas.microsoft.com/office/drawing/2014/main" id="{3F3DD10B-4D2D-A050-FDD9-2DB548490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415" y="1360819"/>
            <a:ext cx="2298413" cy="32507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A7AAF2-04F2-BFE4-5F68-7A453AA10D57}"/>
              </a:ext>
            </a:extLst>
          </p:cNvPr>
          <p:cNvSpPr txBox="1"/>
          <p:nvPr/>
        </p:nvSpPr>
        <p:spPr>
          <a:xfrm>
            <a:off x="713361" y="2581689"/>
            <a:ext cx="558233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Llama 3.1 is Meta's open-weight language model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8B means 8 billion parameters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Lightweight enough to run on a standard laptop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Supports multiple languages including English and Bengali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Use cases: Q&amp;A, summarization, coding, reasoning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Ideal for local AI learning and experimentation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Completely free to use and modify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629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7B2DF-7981-40A3-9448-5EF8A3416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3F77C-9EA8-1B8B-555E-39324F29B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55576"/>
            <a:ext cx="5133975" cy="1096962"/>
          </a:xfrm>
        </p:spPr>
        <p:txBody>
          <a:bodyPr/>
          <a:lstStyle/>
          <a:p>
            <a:pPr algn="ctr"/>
            <a:r>
              <a:rPr lang="en-US" sz="5400" b="1">
                <a:latin typeface="Arial"/>
                <a:cs typeface="Arial"/>
              </a:rPr>
              <a:t>AI Model Test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B7D9CE-9683-AEF0-E186-5A5F8348EE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AD2D6BD-DE1B-4B5F-8B41-2702339687B9}" type="slidenum">
              <a:rPr lang="en-US" altLang="zh-CN" smtClean="0">
                <a:sym typeface="Calibri" charset="0"/>
              </a:rPr>
              <a:pPr/>
              <a:t>10</a:t>
            </a:fld>
            <a:endParaRPr lang="zh-CN" altLang="en-US">
              <a:sym typeface="Calibri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9813A-6172-B607-6613-4BC2FBB98379}"/>
              </a:ext>
            </a:extLst>
          </p:cNvPr>
          <p:cNvSpPr txBox="1"/>
          <p:nvPr/>
        </p:nvSpPr>
        <p:spPr>
          <a:xfrm>
            <a:off x="381001" y="1357611"/>
            <a:ext cx="4862512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>
                <a:latin typeface="+mj-lt"/>
                <a:cs typeface="Arial"/>
              </a:rPr>
              <a:t>Install Llama3.1: 8b Model</a:t>
            </a:r>
            <a:endParaRPr lang="en-US" sz="2800">
              <a:latin typeface="+mj-lt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A9A25-5C8B-1471-A79E-34EB160D22F5}"/>
              </a:ext>
            </a:extLst>
          </p:cNvPr>
          <p:cNvSpPr txBox="1"/>
          <p:nvPr/>
        </p:nvSpPr>
        <p:spPr>
          <a:xfrm>
            <a:off x="747330" y="2355226"/>
            <a:ext cx="5253965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Open your terminal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Run the command: </a:t>
            </a:r>
            <a:r>
              <a:rPr lang="en-US" dirty="0" err="1">
                <a:latin typeface="Consolas"/>
                <a:cs typeface="Arial"/>
              </a:rPr>
              <a:t>ollama</a:t>
            </a:r>
            <a:r>
              <a:rPr lang="en-US" dirty="0">
                <a:latin typeface="Consolas"/>
                <a:cs typeface="Arial"/>
              </a:rPr>
              <a:t> pull llama3.1:8b</a:t>
            </a:r>
            <a:endParaRPr lang="en-US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cs typeface="Arial"/>
              </a:rPr>
              <a:t>Ollama</a:t>
            </a:r>
            <a:r>
              <a:rPr lang="en-US" dirty="0">
                <a:latin typeface="Arial"/>
                <a:cs typeface="Arial"/>
              </a:rPr>
              <a:t> will begin downloading the model (~4.7 GB)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Ensure you have a stable internet connection during download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Wait for the download to fully complete before testing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Confirm installation by running: </a:t>
            </a:r>
            <a:r>
              <a:rPr lang="en-US" dirty="0" err="1">
                <a:latin typeface="Consolas"/>
                <a:cs typeface="Arial"/>
              </a:rPr>
              <a:t>ollama</a:t>
            </a:r>
            <a:r>
              <a:rPr lang="en-US" dirty="0">
                <a:latin typeface="Consolas"/>
                <a:cs typeface="Arial"/>
              </a:rPr>
              <a:t> list</a:t>
            </a:r>
            <a:endParaRPr lang="en-US" dirty="0">
              <a:cs typeface="Arial"/>
            </a:endParaRPr>
          </a:p>
          <a:p>
            <a:pPr algn="l"/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1359F2-7F57-79B4-FAEB-9129BCF77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066" y="1354996"/>
            <a:ext cx="5808191" cy="411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81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47AE-68F4-33F4-6C83-53FD3AF8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126BC-06A4-8C87-5BD5-9CE2F789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55576"/>
            <a:ext cx="5133975" cy="1096962"/>
          </a:xfrm>
        </p:spPr>
        <p:txBody>
          <a:bodyPr/>
          <a:lstStyle/>
          <a:p>
            <a:pPr algn="ctr"/>
            <a:r>
              <a:rPr lang="en-US" sz="5400" b="1">
                <a:latin typeface="Arial"/>
                <a:cs typeface="Arial"/>
              </a:rPr>
              <a:t>AI Model Test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E17885-2F00-AFA0-ED2F-AC4E2DFF07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AD2D6BD-DE1B-4B5F-8B41-2702339687B9}" type="slidenum">
              <a:rPr lang="en-US" altLang="zh-CN" smtClean="0">
                <a:sym typeface="Calibri" charset="0"/>
              </a:rPr>
              <a:pPr/>
              <a:t>11</a:t>
            </a:fld>
            <a:endParaRPr lang="zh-CN" altLang="en-US">
              <a:sym typeface="Calibri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92861-F179-33DE-E363-190F2F0AD233}"/>
              </a:ext>
            </a:extLst>
          </p:cNvPr>
          <p:cNvSpPr txBox="1"/>
          <p:nvPr/>
        </p:nvSpPr>
        <p:spPr>
          <a:xfrm>
            <a:off x="381001" y="1357611"/>
            <a:ext cx="366802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>
                <a:latin typeface="+mj-lt"/>
                <a:cs typeface="Arial"/>
              </a:rPr>
              <a:t>Inference the Model</a:t>
            </a:r>
            <a:endParaRPr lang="en-US" sz="2800">
              <a:latin typeface="+mj-lt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A0F4DF-F82A-5274-0428-C709D7163E49}"/>
              </a:ext>
            </a:extLst>
          </p:cNvPr>
          <p:cNvSpPr txBox="1"/>
          <p:nvPr/>
        </p:nvSpPr>
        <p:spPr>
          <a:xfrm>
            <a:off x="747330" y="2355226"/>
            <a:ext cx="525396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Open your </a:t>
            </a:r>
            <a:r>
              <a:rPr lang="en-US" dirty="0" err="1">
                <a:latin typeface="Arial"/>
                <a:cs typeface="Arial"/>
              </a:rPr>
              <a:t>Ollama</a:t>
            </a:r>
            <a:endParaRPr lang="en-US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Select: llama31:8b Model</a:t>
            </a:r>
            <a:endParaRPr lang="en-US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Type 'hi'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 descr="A screenshot of a chat&#10;&#10;AI-generated content may be incorrect.">
            <a:extLst>
              <a:ext uri="{FF2B5EF4-FFF2-40B4-BE49-F238E27FC236}">
                <a16:creationId xmlns:a16="http://schemas.microsoft.com/office/drawing/2014/main" id="{F5131E9E-45D8-E319-42E1-6541A8687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598" y="1359243"/>
            <a:ext cx="5250911" cy="413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283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BCCEA-3BE1-298A-8399-2FF230280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90E47-B916-0E62-9488-B67B0E7CE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55576"/>
            <a:ext cx="5133975" cy="1096962"/>
          </a:xfrm>
        </p:spPr>
        <p:txBody>
          <a:bodyPr/>
          <a:lstStyle/>
          <a:p>
            <a:pPr algn="ctr"/>
            <a:r>
              <a:rPr lang="en-US" sz="5400" b="1">
                <a:latin typeface="Arial"/>
                <a:cs typeface="Arial"/>
              </a:rPr>
              <a:t>AI Model Test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D1F31-259C-6B2A-8AA6-E87A481B59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AD2D6BD-DE1B-4B5F-8B41-2702339687B9}" type="slidenum">
              <a:rPr lang="en-US" altLang="zh-CN" smtClean="0">
                <a:sym typeface="Calibri" charset="0"/>
              </a:rPr>
              <a:pPr/>
              <a:t>12</a:t>
            </a:fld>
            <a:endParaRPr lang="zh-CN" altLang="en-US">
              <a:sym typeface="Calibri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41188-24FD-9F6E-3CB1-825CF213B5AA}"/>
              </a:ext>
            </a:extLst>
          </p:cNvPr>
          <p:cNvSpPr txBox="1"/>
          <p:nvPr/>
        </p:nvSpPr>
        <p:spPr>
          <a:xfrm>
            <a:off x="381001" y="1357611"/>
            <a:ext cx="4862512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>
                <a:latin typeface="+mj-lt"/>
                <a:cs typeface="Arial"/>
              </a:rPr>
              <a:t>Test Llama3.1: 8b Model</a:t>
            </a:r>
            <a:endParaRPr lang="en-US" sz="2800">
              <a:latin typeface="+mj-lt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4A74DE-153F-A487-E9EE-B88A110D6C98}"/>
              </a:ext>
            </a:extLst>
          </p:cNvPr>
          <p:cNvSpPr txBox="1"/>
          <p:nvPr/>
        </p:nvSpPr>
        <p:spPr>
          <a:xfrm>
            <a:off x="1132320" y="2377871"/>
            <a:ext cx="328372" cy="905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BC179-3928-F2EC-12B1-0D5C1AFCB5B0}"/>
              </a:ext>
            </a:extLst>
          </p:cNvPr>
          <p:cNvSpPr txBox="1"/>
          <p:nvPr/>
        </p:nvSpPr>
        <p:spPr>
          <a:xfrm>
            <a:off x="962472" y="2367083"/>
            <a:ext cx="594097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Start a chat session by running: </a:t>
            </a:r>
            <a:r>
              <a:rPr lang="en-US" dirty="0" err="1">
                <a:latin typeface="Consolas"/>
                <a:cs typeface="Arial"/>
              </a:rPr>
              <a:t>ollama</a:t>
            </a:r>
            <a:r>
              <a:rPr lang="en-US" dirty="0">
                <a:latin typeface="Consolas"/>
                <a:cs typeface="Arial"/>
              </a:rPr>
              <a:t> run llama3.1:8b</a:t>
            </a: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Consolas"/>
                <a:cs typeface="Arial"/>
              </a:rPr>
              <a:t>Test Sheet: </a:t>
            </a:r>
            <a:r>
              <a:rPr lang="en-US" dirty="0">
                <a:latin typeface="Arial"/>
                <a:cs typeface="Arial"/>
                <a:hlinkClick r:id="rId2"/>
              </a:rPr>
              <a:t>llama_test_sheet.xlsx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To exit, type </a:t>
            </a:r>
            <a:r>
              <a:rPr lang="en-US" dirty="0">
                <a:latin typeface="Consolas"/>
                <a:cs typeface="Arial"/>
              </a:rPr>
              <a:t>/bye</a:t>
            </a:r>
            <a:r>
              <a:rPr lang="en-US" dirty="0">
                <a:latin typeface="Arial"/>
                <a:cs typeface="Arial"/>
              </a:rPr>
              <a:t> or press </a:t>
            </a:r>
            <a:r>
              <a:rPr lang="en-US" dirty="0" err="1">
                <a:latin typeface="Consolas"/>
                <a:cs typeface="Arial"/>
              </a:rPr>
              <a:t>Ctrl+D</a:t>
            </a:r>
            <a:endParaRPr lang="en-US" dirty="0" err="1">
              <a:cs typeface="Arial"/>
            </a:endParaRPr>
          </a:p>
        </p:txBody>
      </p:sp>
      <p:pic>
        <p:nvPicPr>
          <p:cNvPr id="9" name="Picture 8" descr="A screenshot of a test results sheet&#10;&#10;AI-generated content may be incorrect.">
            <a:extLst>
              <a:ext uri="{FF2B5EF4-FFF2-40B4-BE49-F238E27FC236}">
                <a16:creationId xmlns:a16="http://schemas.microsoft.com/office/drawing/2014/main" id="{429670BA-35EE-547C-752D-4DC74C0C0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615" y="1497099"/>
            <a:ext cx="5770092" cy="389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5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13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5486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2E51-2BEF-E3AA-0723-CF4C9AC4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C7946E-6137-2589-72B1-79D5513D44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14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F3EE4C-A74C-F34B-641E-DAB8BE67F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C0464D9-BE4F-25E3-3C97-C786F049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00">
                <a:solidFill>
                  <a:schemeClr val="tx1"/>
                </a:solidFill>
              </a:rPr>
              <a:t>Thanks</a:t>
            </a:r>
            <a:endParaRPr lang="en-US" sz="5200"/>
          </a:p>
          <a:p>
            <a:endParaRPr lang="en-US" dirty="0"/>
          </a:p>
        </p:txBody>
      </p:sp>
      <p:graphicFrame>
        <p:nvGraphicFramePr>
          <p:cNvPr id="19" name="Text Placeholder 3">
            <a:extLst>
              <a:ext uri="{FF2B5EF4-FFF2-40B4-BE49-F238E27FC236}">
                <a16:creationId xmlns:a16="http://schemas.microsoft.com/office/drawing/2014/main" id="{D3BBEF13-E0C8-2D36-EBA1-56DA2EB871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7019769"/>
              </p:ext>
            </p:extLst>
          </p:nvPr>
        </p:nvGraphicFramePr>
        <p:xfrm>
          <a:off x="827903" y="1949192"/>
          <a:ext cx="10525897" cy="4227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0410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handoutMaster1">
  <a:themeElements>
    <a:clrScheme name="handout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andout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handout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680F2E875A6F4C8A5AC31823EE5322" ma:contentTypeVersion="3" ma:contentTypeDescription="Create a new document." ma:contentTypeScope="" ma:versionID="7299fbc07b3282582e917d0409e758c5">
  <xsd:schema xmlns:xsd="http://www.w3.org/2001/XMLSchema" xmlns:xs="http://www.w3.org/2001/XMLSchema" xmlns:p="http://schemas.microsoft.com/office/2006/metadata/properties" xmlns:ns2="ae17ed94-213e-4d33-81db-1e7f92ff4ebb" targetNamespace="http://schemas.microsoft.com/office/2006/metadata/properties" ma:root="true" ma:fieldsID="f1f32ed49b25ec90362555824d00dbce" ns2:_="">
    <xsd:import namespace="ae17ed94-213e-4d33-81db-1e7f92ff4e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17ed94-213e-4d33-81db-1e7f92ff4e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080C8A-B964-45FE-A694-C5A6190098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17ed94-213e-4d33-81db-1e7f92ff4e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80A8CC9-6CB9-4442-A4A0-CCC1121C5A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61DBE2-C7D3-4BB5-AC84-2E5A62EC767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218</TotalTime>
  <Words>33</Words>
  <Application>Microsoft Office PowerPoint</Application>
  <PresentationFormat>Widescreen</PresentationFormat>
  <Paragraphs>16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AI Model Test</vt:lpstr>
      <vt:lpstr>AI Model Test</vt:lpstr>
      <vt:lpstr>AI Model Test</vt:lpstr>
      <vt:lpstr>AI Model Test</vt:lpstr>
      <vt:lpstr>Ollama Installation</vt:lpstr>
      <vt:lpstr>Ollama Installation</vt:lpstr>
      <vt:lpstr>Ollama Installation</vt:lpstr>
      <vt:lpstr>AI Model Test</vt:lpstr>
      <vt:lpstr>AI Model Test</vt:lpstr>
      <vt:lpstr>AI Model Test</vt:lpstr>
      <vt:lpstr>AI Model Test</vt:lpstr>
      <vt:lpstr>Q&amp;A</vt:lpstr>
      <vt:lpstr>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Golam Soroar</dc:creator>
  <cp:lastModifiedBy>Microsoft account</cp:lastModifiedBy>
  <cp:revision>271</cp:revision>
  <cp:lastPrinted>2025-04-26T15:15:36Z</cp:lastPrinted>
  <dcterms:created xsi:type="dcterms:W3CDTF">2024-06-24T19:24:23Z</dcterms:created>
  <dcterms:modified xsi:type="dcterms:W3CDTF">2026-04-16T05:53:43Z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0x010100C1680F2E875A6F4C8A5AC31823EE5322</vt:lpwstr>
  </property>
</Properties>
</file>